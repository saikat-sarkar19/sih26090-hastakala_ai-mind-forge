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Times New Roman Bold" charset="1" panose="02020803070505020304"/>
      <p:regular r:id="rId12"/>
    </p:embeddedFont>
    <p:embeddedFont>
      <p:font typeface="Garamond Bold" charset="1" panose="02020804030307010803"/>
      <p:regular r:id="rId13"/>
    </p:embeddedFont>
    <p:embeddedFont>
      <p:font typeface="Arial Bold" charset="1" panose="020B0704020202020204"/>
      <p:regular r:id="rId14"/>
    </p:embeddedFont>
    <p:embeddedFont>
      <p:font typeface="Arial" charset="1" panose="020B0604020202020204"/>
      <p:regular r:id="rId15"/>
    </p:embeddedFont>
    <p:embeddedFont>
      <p:font typeface="Arimo Bold" charset="1" panose="020B0704020202020204"/>
      <p:regular r:id="rId19"/>
    </p:embeddedFont>
    <p:embeddedFont>
      <p:font typeface="Arimo" charset="1" panose="020B0604020202020204"/>
      <p:regular r:id="rId20"/>
    </p:embeddedFont>
    <p:embeddedFont>
      <p:font typeface="Poppins Bold" charset="1" panose="00000800000000000000"/>
      <p:regular r:id="rId21"/>
    </p:embeddedFont>
    <p:embeddedFont>
      <p:font typeface="Poppins" charset="1" panose="00000500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notesSlides/notesSlide2.xml" Type="http://schemas.openxmlformats.org/officeDocument/2006/relationships/notesSlide"/><Relationship Id="rId23" Target="fonts/font23.fntdata" Type="http://schemas.openxmlformats.org/officeDocument/2006/relationships/font"/><Relationship Id="rId24" Target="notesSlides/notesSlide3.xml" Type="http://schemas.openxmlformats.org/officeDocument/2006/relationships/notesSlide"/><Relationship Id="rId25" Target="notesSlides/notesSlide4.xml" Type="http://schemas.openxmlformats.org/officeDocument/2006/relationships/notesSlide"/><Relationship Id="rId26" Target="notesSlides/notesSlide5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jpe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jpeg" Type="http://schemas.openxmlformats.org/officeDocument/2006/relationships/image"/><Relationship Id="rId11" Target="../media/image12.jpeg" Type="http://schemas.openxmlformats.org/officeDocument/2006/relationships/image"/><Relationship Id="rId12" Target="../media/image13.jpeg" Type="http://schemas.openxmlformats.org/officeDocument/2006/relationships/image"/><Relationship Id="rId13" Target="../media/image14.png" Type="http://schemas.openxmlformats.org/officeDocument/2006/relationships/image"/><Relationship Id="rId2" Target="../notesSlides/notesSlide1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../media/image6.jpeg" Type="http://schemas.openxmlformats.org/officeDocument/2006/relationships/image"/><Relationship Id="rId6" Target="../media/image7.png" Type="http://schemas.openxmlformats.org/officeDocument/2006/relationships/image"/><Relationship Id="rId7" Target="../media/image8.jpeg" Type="http://schemas.openxmlformats.org/officeDocument/2006/relationships/image"/><Relationship Id="rId8" Target="../media/image9.jpe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.png" Type="http://schemas.openxmlformats.org/officeDocument/2006/relationships/image"/><Relationship Id="rId11" Target="../media/image21.png" Type="http://schemas.openxmlformats.org/officeDocument/2006/relationships/image"/><Relationship Id="rId12" Target="../media/image22.png" Type="http://schemas.openxmlformats.org/officeDocument/2006/relationships/image"/><Relationship Id="rId13" Target="../media/image23.svg" Type="http://schemas.openxmlformats.org/officeDocument/2006/relationships/image"/><Relationship Id="rId14" Target="../media/image24.png" Type="http://schemas.openxmlformats.org/officeDocument/2006/relationships/image"/><Relationship Id="rId15" Target="../media/image25.svg" Type="http://schemas.openxmlformats.org/officeDocument/2006/relationships/image"/><Relationship Id="rId16" Target="../media/image26.jpeg" Type="http://schemas.openxmlformats.org/officeDocument/2006/relationships/image"/><Relationship Id="rId17" Target="../media/image27.png" Type="http://schemas.openxmlformats.org/officeDocument/2006/relationships/image"/><Relationship Id="rId18" Target="../media/image28.png" Type="http://schemas.openxmlformats.org/officeDocument/2006/relationships/image"/><Relationship Id="rId19" Target="../media/image29.svg" Type="http://schemas.openxmlformats.org/officeDocument/2006/relationships/image"/><Relationship Id="rId2" Target="../notesSlides/notesSlide2.xml" Type="http://schemas.openxmlformats.org/officeDocument/2006/relationships/notesSlide"/><Relationship Id="rId20" Target="../media/image30.jpeg" Type="http://schemas.openxmlformats.org/officeDocument/2006/relationships/image"/><Relationship Id="rId21" Target="../media/image31.png" Type="http://schemas.openxmlformats.org/officeDocument/2006/relationships/image"/><Relationship Id="rId22" Target="../media/image32.png" Type="http://schemas.openxmlformats.org/officeDocument/2006/relationships/image"/><Relationship Id="rId23" Target="../media/image33.png" Type="http://schemas.openxmlformats.org/officeDocument/2006/relationships/image"/><Relationship Id="rId24" Target="../media/image34.png" Type="http://schemas.openxmlformats.org/officeDocument/2006/relationships/image"/><Relationship Id="rId25" Target="../media/image35.png" Type="http://schemas.openxmlformats.org/officeDocument/2006/relationships/image"/><Relationship Id="rId26" Target="../media/image36.png" Type="http://schemas.openxmlformats.org/officeDocument/2006/relationships/image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../media/image15.png" Type="http://schemas.openxmlformats.org/officeDocument/2006/relationships/image"/><Relationship Id="rId6" Target="../media/image16.png" Type="http://schemas.openxmlformats.org/officeDocument/2006/relationships/image"/><Relationship Id="rId7" Target="../media/image17.png" Type="http://schemas.openxmlformats.org/officeDocument/2006/relationships/image"/><Relationship Id="rId8" Target="../media/image18.png" Type="http://schemas.openxmlformats.org/officeDocument/2006/relationships/image"/><Relationship Id="rId9" Target="../media/image1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2.png" Type="http://schemas.openxmlformats.org/officeDocument/2006/relationships/image"/><Relationship Id="rId11" Target="../media/image43.png" Type="http://schemas.openxmlformats.org/officeDocument/2006/relationships/image"/><Relationship Id="rId12" Target="../media/image44.svg" Type="http://schemas.openxmlformats.org/officeDocument/2006/relationships/image"/><Relationship Id="rId2" Target="../notesSlides/notesSlide3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../media/image37.png" Type="http://schemas.openxmlformats.org/officeDocument/2006/relationships/image"/><Relationship Id="rId6" Target="../media/image38.svg" Type="http://schemas.openxmlformats.org/officeDocument/2006/relationships/image"/><Relationship Id="rId7" Target="../media/image39.png" Type="http://schemas.openxmlformats.org/officeDocument/2006/relationships/image"/><Relationship Id="rId8" Target="../media/image40.svg" Type="http://schemas.openxmlformats.org/officeDocument/2006/relationships/image"/><Relationship Id="rId9" Target="../media/image4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0.svg" Type="http://schemas.openxmlformats.org/officeDocument/2006/relationships/image"/><Relationship Id="rId11" Target="../media/image51.png" Type="http://schemas.openxmlformats.org/officeDocument/2006/relationships/image"/><Relationship Id="rId12" Target="../media/image52.svg" Type="http://schemas.openxmlformats.org/officeDocument/2006/relationships/image"/><Relationship Id="rId13" Target="../media/image53.png" Type="http://schemas.openxmlformats.org/officeDocument/2006/relationships/image"/><Relationship Id="rId14" Target="../media/image54.svg" Type="http://schemas.openxmlformats.org/officeDocument/2006/relationships/image"/><Relationship Id="rId15" Target="../media/image55.png" Type="http://schemas.openxmlformats.org/officeDocument/2006/relationships/image"/><Relationship Id="rId16" Target="../media/image56.svg" Type="http://schemas.openxmlformats.org/officeDocument/2006/relationships/image"/><Relationship Id="rId17" Target="../media/image57.png" Type="http://schemas.openxmlformats.org/officeDocument/2006/relationships/image"/><Relationship Id="rId18" Target="../media/image58.png" Type="http://schemas.openxmlformats.org/officeDocument/2006/relationships/image"/><Relationship Id="rId19" Target="../media/image59.png" Type="http://schemas.openxmlformats.org/officeDocument/2006/relationships/image"/><Relationship Id="rId2" Target="../notesSlides/notesSlide4.xml" Type="http://schemas.openxmlformats.org/officeDocument/2006/relationships/notesSlide"/><Relationship Id="rId20" Target="../media/image60.png" Type="http://schemas.openxmlformats.org/officeDocument/2006/relationships/image"/><Relationship Id="rId21" Target="../media/image61.svg" Type="http://schemas.openxmlformats.org/officeDocument/2006/relationships/image"/><Relationship Id="rId22" Target="../media/image62.png" Type="http://schemas.openxmlformats.org/officeDocument/2006/relationships/image"/><Relationship Id="rId23" Target="../media/image63.svg" Type="http://schemas.openxmlformats.org/officeDocument/2006/relationships/image"/><Relationship Id="rId24" Target="../media/image64.png" Type="http://schemas.openxmlformats.org/officeDocument/2006/relationships/image"/><Relationship Id="rId25" Target="../media/image65.svg" Type="http://schemas.openxmlformats.org/officeDocument/2006/relationships/image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../media/image45.png" Type="http://schemas.openxmlformats.org/officeDocument/2006/relationships/image"/><Relationship Id="rId6" Target="../media/image46.svg" Type="http://schemas.openxmlformats.org/officeDocument/2006/relationships/image"/><Relationship Id="rId7" Target="../media/image47.png" Type="http://schemas.openxmlformats.org/officeDocument/2006/relationships/image"/><Relationship Id="rId8" Target="../media/image48.svg" Type="http://schemas.openxmlformats.org/officeDocument/2006/relationships/image"/><Relationship Id="rId9" Target="../media/image4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righttoinformation.wiki/bhashini" TargetMode="External" Type="http://schemas.openxmlformats.org/officeDocument/2006/relationships/hyperlink"/><Relationship Id="rId11" Target="https://medium.com/google-cloud/multimodality-with-gemini-1-5-flash-technical-details-and-use-cases-84e8440625b6" TargetMode="External" Type="http://schemas.openxmlformats.org/officeDocument/2006/relationships/hyperlink"/><Relationship Id="rId12" Target="https://www.texmin.gov.in/static/uploads/2025/12/c865d599cae0c357c02d247a8a82d24e.pdf" TargetMode="External" Type="http://schemas.openxmlformats.org/officeDocument/2006/relationships/hyperlink"/><Relationship Id="rId2" Target="../notesSlides/notesSlide5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../media/image66.png" Type="http://schemas.openxmlformats.org/officeDocument/2006/relationships/image"/><Relationship Id="rId6" Target="../media/image67.svg" Type="http://schemas.openxmlformats.org/officeDocument/2006/relationships/image"/><Relationship Id="rId7" Target="https://docs.flutter.dev/platform-integration/web" TargetMode="External" Type="http://schemas.openxmlformats.org/officeDocument/2006/relationships/hyperlink"/><Relationship Id="rId8" Target="https://fastapi.tiangolo.com" TargetMode="External" Type="http://schemas.openxmlformats.org/officeDocument/2006/relationships/hyperlink"/><Relationship Id="rId9" Target="https://www.perlego.com/book/1831191/computer-vision-principles-algorithms-applications-learning-pdf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485165" y="1277283"/>
            <a:ext cx="6957908" cy="7732452"/>
          </a:xfrm>
          <a:custGeom>
            <a:avLst/>
            <a:gdLst/>
            <a:ahLst/>
            <a:cxnLst/>
            <a:rect r="r" b="b" t="t" l="l"/>
            <a:pathLst>
              <a:path h="7732452" w="6957908">
                <a:moveTo>
                  <a:pt x="0" y="0"/>
                </a:moveTo>
                <a:lnTo>
                  <a:pt x="6957908" y="0"/>
                </a:lnTo>
                <a:lnTo>
                  <a:pt x="6957908" y="7732453"/>
                </a:lnTo>
                <a:lnTo>
                  <a:pt x="0" y="77324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2333" y="2573817"/>
            <a:ext cx="4805267" cy="5139357"/>
            <a:chOff x="0" y="0"/>
            <a:chExt cx="6407023" cy="68524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407023" cy="6852412"/>
            </a:xfrm>
            <a:custGeom>
              <a:avLst/>
              <a:gdLst/>
              <a:ahLst/>
              <a:cxnLst/>
              <a:rect r="r" b="b" t="t" l="l"/>
              <a:pathLst>
                <a:path h="6852412" w="6407023">
                  <a:moveTo>
                    <a:pt x="0" y="0"/>
                  </a:moveTo>
                  <a:lnTo>
                    <a:pt x="6407023" y="0"/>
                  </a:lnTo>
                  <a:lnTo>
                    <a:pt x="6407023" y="6852412"/>
                  </a:lnTo>
                  <a:lnTo>
                    <a:pt x="0" y="685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49475" b="-1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2051409" y="770425"/>
            <a:ext cx="12618720" cy="1476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</a:p>
          <a:p>
            <a:pPr algn="ctr">
              <a:lnSpc>
                <a:spcPts val="5759"/>
              </a:lnSpc>
            </a:pPr>
            <a:r>
              <a:rPr lang="en-US" sz="48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HASTAKALA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588369" y="-630831"/>
            <a:ext cx="15544800" cy="3114675"/>
            <a:chOff x="0" y="0"/>
            <a:chExt cx="20726400" cy="41529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726400" cy="4152900"/>
            </a:xfrm>
            <a:custGeom>
              <a:avLst/>
              <a:gdLst/>
              <a:ahLst/>
              <a:cxnLst/>
              <a:rect r="r" b="b" t="t" l="l"/>
              <a:pathLst>
                <a:path h="415290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4152900"/>
                  </a:lnTo>
                  <a:lnTo>
                    <a:pt x="0" y="41529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7246" r="0" b="-4724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20726400" cy="4171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INDIA HACKATHON 2026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588369" y="2455269"/>
            <a:ext cx="9562795" cy="7357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</a:p>
          <a:p>
            <a:pPr algn="l" marL="651510" indent="-325755" lvl="1">
              <a:lnSpc>
                <a:spcPts val="86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ID – SIH26090</a:t>
            </a:r>
          </a:p>
          <a:p>
            <a:pPr algn="l" marL="651510" indent="-325755" lvl="1">
              <a:lnSpc>
                <a:spcPts val="432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Title - </a:t>
            </a:r>
            <a:r>
              <a:rPr lang="en-US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AI-Driven Market Linkage and Smart Cataloging Mobile Application for Marginalized Artisans.</a:t>
            </a:r>
          </a:p>
          <a:p>
            <a:pPr algn="l" marL="651510" indent="-325755" lvl="1">
              <a:lnSpc>
                <a:spcPts val="432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Theme- Heritage &amp; Culture</a:t>
            </a:r>
          </a:p>
          <a:p>
            <a:pPr algn="l" marL="651510" indent="-325755" lvl="1">
              <a:lnSpc>
                <a:spcPts val="86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PS Category- Software</a:t>
            </a:r>
          </a:p>
          <a:p>
            <a:pPr algn="l" marL="651510" indent="-325755" lvl="1">
              <a:lnSpc>
                <a:spcPts val="86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ID-  T5 </a:t>
            </a:r>
          </a:p>
          <a:p>
            <a:pPr algn="l" marL="624364" indent="-312182" lvl="1">
              <a:lnSpc>
                <a:spcPts val="8280"/>
              </a:lnSpc>
              <a:buFont typeface="Arial"/>
              <a:buChar char="•"/>
            </a:pPr>
            <a:r>
              <a:rPr lang="en-US" b="true" sz="3450" spc="-225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Name (Registered on portal) – Mind Forge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1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400666"/>
            <a:ext cx="16459200" cy="1901168"/>
            <a:chOff x="0" y="0"/>
            <a:chExt cx="21945600" cy="25348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534890"/>
            </a:xfrm>
            <a:custGeom>
              <a:avLst/>
              <a:gdLst/>
              <a:ahLst/>
              <a:cxnLst/>
              <a:rect r="r" b="b" t="t" l="l"/>
              <a:pathLst>
                <a:path h="25348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534890"/>
                  </a:lnTo>
                  <a:lnTo>
                    <a:pt x="0" y="253489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599" r="0" b="-11378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563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</a:p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HASTAKALA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75612" y="221523"/>
            <a:ext cx="2166328" cy="1374229"/>
            <a:chOff x="0" y="0"/>
            <a:chExt cx="2888437" cy="1832305"/>
          </a:xfrm>
        </p:grpSpPr>
        <p:sp>
          <p:nvSpPr>
            <p:cNvPr name="Freeform 14" id="14" descr="Your startup LOGO"/>
            <p:cNvSpPr/>
            <p:nvPr/>
          </p:nvSpPr>
          <p:spPr>
            <a:xfrm flipH="false" flipV="false" rot="0">
              <a:off x="0" y="0"/>
              <a:ext cx="2888488" cy="1832356"/>
            </a:xfrm>
            <a:custGeom>
              <a:avLst/>
              <a:gdLst/>
              <a:ahLst/>
              <a:cxnLst/>
              <a:rect r="r" b="b" t="t" l="l"/>
              <a:pathLst>
                <a:path h="1832356" w="2888488">
                  <a:moveTo>
                    <a:pt x="0" y="916178"/>
                  </a:moveTo>
                  <a:cubicBezTo>
                    <a:pt x="0" y="410210"/>
                    <a:pt x="646557" y="0"/>
                    <a:pt x="1444244" y="0"/>
                  </a:cubicBezTo>
                  <a:cubicBezTo>
                    <a:pt x="2241931" y="0"/>
                    <a:pt x="2888488" y="410210"/>
                    <a:pt x="2888488" y="916178"/>
                  </a:cubicBezTo>
                  <a:cubicBezTo>
                    <a:pt x="2888488" y="1422146"/>
                    <a:pt x="2241931" y="1832356"/>
                    <a:pt x="1444244" y="1832356"/>
                  </a:cubicBezTo>
                  <a:cubicBezTo>
                    <a:pt x="646557" y="1832356"/>
                    <a:pt x="0" y="1422146"/>
                    <a:pt x="0" y="916178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2888437" cy="18608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Mind Forge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sp>
        <p:nvSpPr>
          <p:cNvPr name="Freeform 18" id="18"/>
          <p:cNvSpPr/>
          <p:nvPr/>
        </p:nvSpPr>
        <p:spPr>
          <a:xfrm flipH="false" flipV="false" rot="0">
            <a:off x="475612" y="1822649"/>
            <a:ext cx="3300893" cy="7530973"/>
          </a:xfrm>
          <a:custGeom>
            <a:avLst/>
            <a:gdLst/>
            <a:ahLst/>
            <a:cxnLst/>
            <a:rect r="r" b="b" t="t" l="l"/>
            <a:pathLst>
              <a:path h="7530973" w="3300893">
                <a:moveTo>
                  <a:pt x="0" y="0"/>
                </a:moveTo>
                <a:lnTo>
                  <a:pt x="3300892" y="0"/>
                </a:lnTo>
                <a:lnTo>
                  <a:pt x="3300892" y="7530972"/>
                </a:lnTo>
                <a:lnTo>
                  <a:pt x="0" y="753097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496" r="-1315" b="-1187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grpSp>
        <p:nvGrpSpPr>
          <p:cNvPr name="Group 19" id="19"/>
          <p:cNvGrpSpPr/>
          <p:nvPr/>
        </p:nvGrpSpPr>
        <p:grpSpPr>
          <a:xfrm rot="0">
            <a:off x="4225337" y="1822649"/>
            <a:ext cx="13868709" cy="1762951"/>
            <a:chOff x="0" y="0"/>
            <a:chExt cx="18491612" cy="2350602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380758" y="1826434"/>
              <a:ext cx="348045" cy="206402"/>
              <a:chOff x="0" y="0"/>
              <a:chExt cx="1385570" cy="82169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50800" y="28993"/>
                <a:ext cx="1330485" cy="749273"/>
              </a:xfrm>
              <a:custGeom>
                <a:avLst/>
                <a:gdLst/>
                <a:ahLst/>
                <a:cxnLst/>
                <a:rect r="r" b="b" t="t" l="l"/>
                <a:pathLst>
                  <a:path h="749273" w="1330485">
                    <a:moveTo>
                      <a:pt x="0" y="302477"/>
                    </a:moveTo>
                    <a:cubicBezTo>
                      <a:pt x="808990" y="70067"/>
                      <a:pt x="886460" y="51017"/>
                      <a:pt x="985520" y="38317"/>
                    </a:cubicBezTo>
                    <a:cubicBezTo>
                      <a:pt x="1083310" y="25617"/>
                      <a:pt x="1225550" y="-30263"/>
                      <a:pt x="1280160" y="21807"/>
                    </a:cubicBezTo>
                    <a:cubicBezTo>
                      <a:pt x="1348740" y="86577"/>
                      <a:pt x="1344930" y="412967"/>
                      <a:pt x="1282700" y="479007"/>
                    </a:cubicBezTo>
                    <a:cubicBezTo>
                      <a:pt x="1238250" y="524727"/>
                      <a:pt x="1136650" y="479007"/>
                      <a:pt x="1057910" y="489167"/>
                    </a:cubicBezTo>
                    <a:cubicBezTo>
                      <a:pt x="971550" y="500597"/>
                      <a:pt x="883920" y="522187"/>
                      <a:pt x="788670" y="546317"/>
                    </a:cubicBezTo>
                    <a:cubicBezTo>
                      <a:pt x="678180" y="572987"/>
                      <a:pt x="544830" y="608547"/>
                      <a:pt x="433070" y="642837"/>
                    </a:cubicBezTo>
                    <a:cubicBezTo>
                      <a:pt x="330200" y="674587"/>
                      <a:pt x="212090" y="777457"/>
                      <a:pt x="142240" y="741897"/>
                    </a:cubicBezTo>
                    <a:cubicBezTo>
                      <a:pt x="54610" y="697447"/>
                      <a:pt x="0" y="302477"/>
                      <a:pt x="0" y="302477"/>
                    </a:cubicBezTo>
                  </a:path>
                </a:pathLst>
              </a:custGeom>
              <a:solidFill>
                <a:srgbClr val="FFF234">
                  <a:alpha val="24706"/>
                </a:srgbClr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22" id="22"/>
            <p:cNvGrpSpPr/>
            <p:nvPr/>
          </p:nvGrpSpPr>
          <p:grpSpPr>
            <a:xfrm rot="0">
              <a:off x="299728" y="1894384"/>
              <a:ext cx="820186" cy="364315"/>
              <a:chOff x="0" y="0"/>
              <a:chExt cx="3265170" cy="145034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49878" y="50692"/>
                <a:ext cx="3164650" cy="1348207"/>
              </a:xfrm>
              <a:custGeom>
                <a:avLst/>
                <a:gdLst/>
                <a:ahLst/>
                <a:cxnLst/>
                <a:rect r="r" b="b" t="t" l="l"/>
                <a:pathLst>
                  <a:path h="1348207" w="3164650">
                    <a:moveTo>
                      <a:pt x="1239172" y="619868"/>
                    </a:moveTo>
                    <a:cubicBezTo>
                      <a:pt x="519082" y="892918"/>
                      <a:pt x="460662" y="915778"/>
                      <a:pt x="392082" y="932288"/>
                    </a:cubicBezTo>
                    <a:cubicBezTo>
                      <a:pt x="329852" y="948798"/>
                      <a:pt x="265082" y="966578"/>
                      <a:pt x="214282" y="962768"/>
                    </a:cubicBezTo>
                    <a:cubicBezTo>
                      <a:pt x="174912" y="960228"/>
                      <a:pt x="136812" y="943718"/>
                      <a:pt x="110142" y="929748"/>
                    </a:cubicBezTo>
                    <a:cubicBezTo>
                      <a:pt x="91092" y="919588"/>
                      <a:pt x="80932" y="911968"/>
                      <a:pt x="66962" y="895458"/>
                    </a:cubicBezTo>
                    <a:cubicBezTo>
                      <a:pt x="46642" y="873868"/>
                      <a:pt x="21242" y="830688"/>
                      <a:pt x="9812" y="802748"/>
                    </a:cubicBezTo>
                    <a:cubicBezTo>
                      <a:pt x="3462" y="782428"/>
                      <a:pt x="922" y="769728"/>
                      <a:pt x="922" y="748138"/>
                    </a:cubicBezTo>
                    <a:cubicBezTo>
                      <a:pt x="922" y="718928"/>
                      <a:pt x="9812" y="668128"/>
                      <a:pt x="19972" y="640188"/>
                    </a:cubicBezTo>
                    <a:cubicBezTo>
                      <a:pt x="27592" y="621138"/>
                      <a:pt x="35212" y="609708"/>
                      <a:pt x="49182" y="593198"/>
                    </a:cubicBezTo>
                    <a:cubicBezTo>
                      <a:pt x="68232" y="571608"/>
                      <a:pt x="108872" y="539858"/>
                      <a:pt x="135542" y="525888"/>
                    </a:cubicBezTo>
                    <a:cubicBezTo>
                      <a:pt x="153322" y="515728"/>
                      <a:pt x="162212" y="514458"/>
                      <a:pt x="187612" y="509378"/>
                    </a:cubicBezTo>
                    <a:cubicBezTo>
                      <a:pt x="246032" y="497948"/>
                      <a:pt x="342552" y="503028"/>
                      <a:pt x="480982" y="482708"/>
                    </a:cubicBezTo>
                    <a:cubicBezTo>
                      <a:pt x="827692" y="434448"/>
                      <a:pt x="1858932" y="232518"/>
                      <a:pt x="2290732" y="139808"/>
                    </a:cubicBezTo>
                    <a:cubicBezTo>
                      <a:pt x="2532032" y="89008"/>
                      <a:pt x="2732692" y="21698"/>
                      <a:pt x="2853342" y="6458"/>
                    </a:cubicBezTo>
                    <a:cubicBezTo>
                      <a:pt x="2909222" y="-1162"/>
                      <a:pt x="2944782" y="-1162"/>
                      <a:pt x="2977802" y="2648"/>
                    </a:cubicBezTo>
                    <a:cubicBezTo>
                      <a:pt x="2999392" y="6458"/>
                      <a:pt x="3013362" y="11538"/>
                      <a:pt x="3029872" y="19158"/>
                    </a:cubicBezTo>
                    <a:cubicBezTo>
                      <a:pt x="3046382" y="26778"/>
                      <a:pt x="3061622" y="34398"/>
                      <a:pt x="3076862" y="48368"/>
                    </a:cubicBezTo>
                    <a:cubicBezTo>
                      <a:pt x="3099722" y="68688"/>
                      <a:pt x="3130202" y="101708"/>
                      <a:pt x="3144172" y="134728"/>
                    </a:cubicBezTo>
                    <a:cubicBezTo>
                      <a:pt x="3159412" y="166478"/>
                      <a:pt x="3165762" y="207118"/>
                      <a:pt x="3164492" y="242678"/>
                    </a:cubicBezTo>
                    <a:cubicBezTo>
                      <a:pt x="3161952" y="276968"/>
                      <a:pt x="3149252" y="316338"/>
                      <a:pt x="3131472" y="346818"/>
                    </a:cubicBezTo>
                    <a:cubicBezTo>
                      <a:pt x="3112422" y="377298"/>
                      <a:pt x="3078132" y="406508"/>
                      <a:pt x="3054002" y="424288"/>
                    </a:cubicBezTo>
                    <a:cubicBezTo>
                      <a:pt x="3036222" y="435718"/>
                      <a:pt x="3031142" y="436988"/>
                      <a:pt x="3003202" y="445878"/>
                    </a:cubicBezTo>
                    <a:cubicBezTo>
                      <a:pt x="2881282" y="485248"/>
                      <a:pt x="2338992" y="562718"/>
                      <a:pt x="1996092" y="646538"/>
                    </a:cubicBezTo>
                    <a:cubicBezTo>
                      <a:pt x="1630332" y="736708"/>
                      <a:pt x="1152812" y="900538"/>
                      <a:pt x="873412" y="975468"/>
                    </a:cubicBezTo>
                    <a:cubicBezTo>
                      <a:pt x="709582" y="1021188"/>
                      <a:pt x="571152" y="1065638"/>
                      <a:pt x="480982" y="1075798"/>
                    </a:cubicBezTo>
                    <a:cubicBezTo>
                      <a:pt x="432722" y="1080878"/>
                      <a:pt x="404782" y="1080878"/>
                      <a:pt x="371762" y="1071988"/>
                    </a:cubicBezTo>
                    <a:cubicBezTo>
                      <a:pt x="337472" y="1061828"/>
                      <a:pt x="299372" y="1037698"/>
                      <a:pt x="276512" y="1017378"/>
                    </a:cubicBezTo>
                    <a:cubicBezTo>
                      <a:pt x="260002" y="1004678"/>
                      <a:pt x="251112" y="994518"/>
                      <a:pt x="240952" y="975468"/>
                    </a:cubicBezTo>
                    <a:cubicBezTo>
                      <a:pt x="225712" y="950068"/>
                      <a:pt x="209202" y="901808"/>
                      <a:pt x="205392" y="872598"/>
                    </a:cubicBezTo>
                    <a:cubicBezTo>
                      <a:pt x="202852" y="851008"/>
                      <a:pt x="202852" y="837038"/>
                      <a:pt x="206662" y="816718"/>
                    </a:cubicBezTo>
                    <a:cubicBezTo>
                      <a:pt x="213012" y="787508"/>
                      <a:pt x="233332" y="740518"/>
                      <a:pt x="249842" y="716388"/>
                    </a:cubicBezTo>
                    <a:cubicBezTo>
                      <a:pt x="261272" y="698608"/>
                      <a:pt x="270162" y="688448"/>
                      <a:pt x="286672" y="675748"/>
                    </a:cubicBezTo>
                    <a:cubicBezTo>
                      <a:pt x="310802" y="657968"/>
                      <a:pt x="341282" y="638918"/>
                      <a:pt x="385732" y="628758"/>
                    </a:cubicBezTo>
                    <a:cubicBezTo>
                      <a:pt x="467012" y="608438"/>
                      <a:pt x="591472" y="626218"/>
                      <a:pt x="751492" y="614788"/>
                    </a:cubicBezTo>
                    <a:cubicBezTo>
                      <a:pt x="1060102" y="593198"/>
                      <a:pt x="1828452" y="499218"/>
                      <a:pt x="2107852" y="477628"/>
                    </a:cubicBezTo>
                    <a:cubicBezTo>
                      <a:pt x="2233582" y="467468"/>
                      <a:pt x="2311052" y="457308"/>
                      <a:pt x="2379632" y="463658"/>
                    </a:cubicBezTo>
                    <a:cubicBezTo>
                      <a:pt x="2424082" y="466198"/>
                      <a:pt x="2455832" y="470008"/>
                      <a:pt x="2487582" y="485248"/>
                    </a:cubicBezTo>
                    <a:cubicBezTo>
                      <a:pt x="2519332" y="500488"/>
                      <a:pt x="2551082" y="527158"/>
                      <a:pt x="2571402" y="555098"/>
                    </a:cubicBezTo>
                    <a:cubicBezTo>
                      <a:pt x="2592992" y="583038"/>
                      <a:pt x="2608232" y="621138"/>
                      <a:pt x="2614582" y="655428"/>
                    </a:cubicBezTo>
                    <a:cubicBezTo>
                      <a:pt x="2619662" y="690988"/>
                      <a:pt x="2615852" y="731628"/>
                      <a:pt x="2604422" y="764648"/>
                    </a:cubicBezTo>
                    <a:cubicBezTo>
                      <a:pt x="2592992" y="798938"/>
                      <a:pt x="2571402" y="833228"/>
                      <a:pt x="2546002" y="857358"/>
                    </a:cubicBezTo>
                    <a:cubicBezTo>
                      <a:pt x="2520602" y="881488"/>
                      <a:pt x="2478692" y="901808"/>
                      <a:pt x="2450752" y="911968"/>
                    </a:cubicBezTo>
                    <a:cubicBezTo>
                      <a:pt x="2430432" y="918318"/>
                      <a:pt x="2420272" y="911968"/>
                      <a:pt x="2396142" y="919588"/>
                    </a:cubicBezTo>
                    <a:cubicBezTo>
                      <a:pt x="2338992" y="939908"/>
                      <a:pt x="2225962" y="1022458"/>
                      <a:pt x="2120552" y="1077068"/>
                    </a:cubicBezTo>
                    <a:cubicBezTo>
                      <a:pt x="1984662" y="1148188"/>
                      <a:pt x="1756062" y="1263758"/>
                      <a:pt x="1644302" y="1304398"/>
                    </a:cubicBezTo>
                    <a:cubicBezTo>
                      <a:pt x="1587152" y="1325988"/>
                      <a:pt x="1545242" y="1333608"/>
                      <a:pt x="1510952" y="1341228"/>
                    </a:cubicBezTo>
                    <a:cubicBezTo>
                      <a:pt x="1488092" y="1345038"/>
                      <a:pt x="1476662" y="1348848"/>
                      <a:pt x="1456342" y="1347578"/>
                    </a:cubicBezTo>
                    <a:cubicBezTo>
                      <a:pt x="1425862" y="1346308"/>
                      <a:pt x="1381412" y="1339958"/>
                      <a:pt x="1349662" y="1323448"/>
                    </a:cubicBezTo>
                    <a:cubicBezTo>
                      <a:pt x="1317912" y="1308208"/>
                      <a:pt x="1284892" y="1276458"/>
                      <a:pt x="1265842" y="1252328"/>
                    </a:cubicBezTo>
                    <a:cubicBezTo>
                      <a:pt x="1253142" y="1235818"/>
                      <a:pt x="1246792" y="1224388"/>
                      <a:pt x="1239172" y="1204068"/>
                    </a:cubicBezTo>
                    <a:cubicBezTo>
                      <a:pt x="1230282" y="1176128"/>
                      <a:pt x="1221392" y="1131678"/>
                      <a:pt x="1223932" y="1096118"/>
                    </a:cubicBezTo>
                    <a:cubicBezTo>
                      <a:pt x="1227742" y="1060558"/>
                      <a:pt x="1246792" y="1018648"/>
                      <a:pt x="1262032" y="993248"/>
                    </a:cubicBezTo>
                    <a:cubicBezTo>
                      <a:pt x="1272192" y="974198"/>
                      <a:pt x="1277272" y="967848"/>
                      <a:pt x="1297592" y="951338"/>
                    </a:cubicBezTo>
                    <a:cubicBezTo>
                      <a:pt x="1347122" y="909428"/>
                      <a:pt x="1480472" y="830688"/>
                      <a:pt x="1596042" y="769728"/>
                    </a:cubicBezTo>
                    <a:cubicBezTo>
                      <a:pt x="1743362" y="693528"/>
                      <a:pt x="1961802" y="605898"/>
                      <a:pt x="2116742" y="542398"/>
                    </a:cubicBezTo>
                    <a:cubicBezTo>
                      <a:pt x="2241202" y="491598"/>
                      <a:pt x="2356772" y="447148"/>
                      <a:pt x="2457102" y="415398"/>
                    </a:cubicBezTo>
                    <a:cubicBezTo>
                      <a:pt x="2535842" y="391268"/>
                      <a:pt x="2619662" y="330308"/>
                      <a:pt x="2669192" y="362058"/>
                    </a:cubicBezTo>
                    <a:cubicBezTo>
                      <a:pt x="2741582" y="407778"/>
                      <a:pt x="2798732" y="741788"/>
                      <a:pt x="2754282" y="811638"/>
                    </a:cubicBezTo>
                    <a:cubicBezTo>
                      <a:pt x="2727612" y="852278"/>
                      <a:pt x="2660302" y="830688"/>
                      <a:pt x="2600612" y="849738"/>
                    </a:cubicBezTo>
                    <a:cubicBezTo>
                      <a:pt x="2516792" y="875138"/>
                      <a:pt x="2411382" y="915778"/>
                      <a:pt x="2299622" y="961498"/>
                    </a:cubicBezTo>
                    <a:cubicBezTo>
                      <a:pt x="2153572" y="1019918"/>
                      <a:pt x="1945292" y="1107548"/>
                      <a:pt x="1803052" y="1177398"/>
                    </a:cubicBezTo>
                    <a:cubicBezTo>
                      <a:pt x="1691292" y="1233278"/>
                      <a:pt x="1570642" y="1320908"/>
                      <a:pt x="1510952" y="1341228"/>
                    </a:cubicBezTo>
                    <a:cubicBezTo>
                      <a:pt x="1485552" y="1348848"/>
                      <a:pt x="1476662" y="1348848"/>
                      <a:pt x="1456342" y="1347578"/>
                    </a:cubicBezTo>
                    <a:cubicBezTo>
                      <a:pt x="1425862" y="1346308"/>
                      <a:pt x="1381412" y="1339958"/>
                      <a:pt x="1349662" y="1323448"/>
                    </a:cubicBezTo>
                    <a:cubicBezTo>
                      <a:pt x="1317912" y="1308208"/>
                      <a:pt x="1284892" y="1276458"/>
                      <a:pt x="1265842" y="1252328"/>
                    </a:cubicBezTo>
                    <a:cubicBezTo>
                      <a:pt x="1253142" y="1235818"/>
                      <a:pt x="1246792" y="1224388"/>
                      <a:pt x="1239172" y="1204068"/>
                    </a:cubicBezTo>
                    <a:cubicBezTo>
                      <a:pt x="1230282" y="1176128"/>
                      <a:pt x="1221392" y="1131678"/>
                      <a:pt x="1223932" y="1096118"/>
                    </a:cubicBezTo>
                    <a:cubicBezTo>
                      <a:pt x="1227742" y="1060558"/>
                      <a:pt x="1246792" y="1018648"/>
                      <a:pt x="1262032" y="993248"/>
                    </a:cubicBezTo>
                    <a:cubicBezTo>
                      <a:pt x="1272192" y="975468"/>
                      <a:pt x="1283622" y="964038"/>
                      <a:pt x="1297592" y="951338"/>
                    </a:cubicBezTo>
                    <a:cubicBezTo>
                      <a:pt x="1310292" y="938638"/>
                      <a:pt x="1322992" y="928478"/>
                      <a:pt x="1342042" y="919588"/>
                    </a:cubicBezTo>
                    <a:cubicBezTo>
                      <a:pt x="1371252" y="905618"/>
                      <a:pt x="1403002" y="906888"/>
                      <a:pt x="1458882" y="886568"/>
                    </a:cubicBezTo>
                    <a:cubicBezTo>
                      <a:pt x="1622712" y="826878"/>
                      <a:pt x="2222152" y="481438"/>
                      <a:pt x="2379632" y="463658"/>
                    </a:cubicBezTo>
                    <a:cubicBezTo>
                      <a:pt x="2431702" y="457308"/>
                      <a:pt x="2455832" y="470008"/>
                      <a:pt x="2487582" y="485248"/>
                    </a:cubicBezTo>
                    <a:cubicBezTo>
                      <a:pt x="2519332" y="500488"/>
                      <a:pt x="2552352" y="532238"/>
                      <a:pt x="2571402" y="555098"/>
                    </a:cubicBezTo>
                    <a:cubicBezTo>
                      <a:pt x="2585372" y="571608"/>
                      <a:pt x="2591722" y="583038"/>
                      <a:pt x="2599342" y="603358"/>
                    </a:cubicBezTo>
                    <a:cubicBezTo>
                      <a:pt x="2609502" y="631298"/>
                      <a:pt x="2619662" y="675748"/>
                      <a:pt x="2615852" y="711308"/>
                    </a:cubicBezTo>
                    <a:cubicBezTo>
                      <a:pt x="2613312" y="746868"/>
                      <a:pt x="2600612" y="784968"/>
                      <a:pt x="2581562" y="814178"/>
                    </a:cubicBezTo>
                    <a:cubicBezTo>
                      <a:pt x="2562512" y="844658"/>
                      <a:pt x="2526952" y="873868"/>
                      <a:pt x="2501552" y="890378"/>
                    </a:cubicBezTo>
                    <a:cubicBezTo>
                      <a:pt x="2483772" y="901808"/>
                      <a:pt x="2479962" y="904348"/>
                      <a:pt x="2450752" y="911968"/>
                    </a:cubicBezTo>
                    <a:cubicBezTo>
                      <a:pt x="2299622" y="950068"/>
                      <a:pt x="1386492" y="1024998"/>
                      <a:pt x="1011842" y="1052938"/>
                    </a:cubicBezTo>
                    <a:cubicBezTo>
                      <a:pt x="774352" y="1069448"/>
                      <a:pt x="541942" y="1093578"/>
                      <a:pt x="426372" y="1080878"/>
                    </a:cubicBezTo>
                    <a:cubicBezTo>
                      <a:pt x="375572" y="1074528"/>
                      <a:pt x="351442" y="1068178"/>
                      <a:pt x="320962" y="1050398"/>
                    </a:cubicBezTo>
                    <a:cubicBezTo>
                      <a:pt x="289212" y="1033888"/>
                      <a:pt x="260002" y="1005948"/>
                      <a:pt x="240952" y="975468"/>
                    </a:cubicBezTo>
                    <a:cubicBezTo>
                      <a:pt x="221902" y="946258"/>
                      <a:pt x="207932" y="906888"/>
                      <a:pt x="205392" y="872598"/>
                    </a:cubicBezTo>
                    <a:cubicBezTo>
                      <a:pt x="202852" y="837038"/>
                      <a:pt x="207932" y="796398"/>
                      <a:pt x="221902" y="763378"/>
                    </a:cubicBezTo>
                    <a:cubicBezTo>
                      <a:pt x="235872" y="731628"/>
                      <a:pt x="260002" y="698608"/>
                      <a:pt x="286672" y="675748"/>
                    </a:cubicBezTo>
                    <a:cubicBezTo>
                      <a:pt x="314612" y="652888"/>
                      <a:pt x="341282" y="643998"/>
                      <a:pt x="385732" y="628758"/>
                    </a:cubicBezTo>
                    <a:cubicBezTo>
                      <a:pt x="467012" y="598278"/>
                      <a:pt x="594012" y="577958"/>
                      <a:pt x="748952" y="536048"/>
                    </a:cubicBezTo>
                    <a:cubicBezTo>
                      <a:pt x="1027082" y="459848"/>
                      <a:pt x="1536352" y="288398"/>
                      <a:pt x="1912272" y="196958"/>
                    </a:cubicBezTo>
                    <a:cubicBezTo>
                      <a:pt x="2258982" y="113138"/>
                      <a:pt x="2756822" y="108"/>
                      <a:pt x="2921922" y="108"/>
                    </a:cubicBezTo>
                    <a:cubicBezTo>
                      <a:pt x="2976532" y="-1162"/>
                      <a:pt x="3001932" y="8998"/>
                      <a:pt x="3029872" y="19158"/>
                    </a:cubicBezTo>
                    <a:cubicBezTo>
                      <a:pt x="3050192" y="26778"/>
                      <a:pt x="3061622" y="34398"/>
                      <a:pt x="3076862" y="48368"/>
                    </a:cubicBezTo>
                    <a:cubicBezTo>
                      <a:pt x="3099722" y="67418"/>
                      <a:pt x="3130202" y="108058"/>
                      <a:pt x="3144172" y="134728"/>
                    </a:cubicBezTo>
                    <a:cubicBezTo>
                      <a:pt x="3154332" y="153778"/>
                      <a:pt x="3158142" y="166478"/>
                      <a:pt x="3160682" y="186798"/>
                    </a:cubicBezTo>
                    <a:cubicBezTo>
                      <a:pt x="3164492" y="217278"/>
                      <a:pt x="3160682" y="268078"/>
                      <a:pt x="3154332" y="296018"/>
                    </a:cubicBezTo>
                    <a:cubicBezTo>
                      <a:pt x="3149252" y="316338"/>
                      <a:pt x="3140362" y="331578"/>
                      <a:pt x="3131472" y="346818"/>
                    </a:cubicBezTo>
                    <a:cubicBezTo>
                      <a:pt x="3121312" y="362058"/>
                      <a:pt x="3113692" y="376028"/>
                      <a:pt x="3097182" y="389998"/>
                    </a:cubicBezTo>
                    <a:cubicBezTo>
                      <a:pt x="3074322" y="409048"/>
                      <a:pt x="3036222" y="434448"/>
                      <a:pt x="3003202" y="445878"/>
                    </a:cubicBezTo>
                    <a:cubicBezTo>
                      <a:pt x="2971452" y="457308"/>
                      <a:pt x="2949862" y="449688"/>
                      <a:pt x="2902872" y="458578"/>
                    </a:cubicBezTo>
                    <a:cubicBezTo>
                      <a:pt x="2793652" y="477628"/>
                      <a:pt x="2591722" y="541128"/>
                      <a:pt x="2354232" y="593198"/>
                    </a:cubicBezTo>
                    <a:cubicBezTo>
                      <a:pt x="1926242" y="685908"/>
                      <a:pt x="897542" y="889108"/>
                      <a:pt x="536862" y="937368"/>
                    </a:cubicBezTo>
                    <a:cubicBezTo>
                      <a:pt x="387002" y="957688"/>
                      <a:pt x="291752" y="971658"/>
                      <a:pt x="214282" y="962768"/>
                    </a:cubicBezTo>
                    <a:cubicBezTo>
                      <a:pt x="169832" y="957688"/>
                      <a:pt x="136812" y="943718"/>
                      <a:pt x="110142" y="929748"/>
                    </a:cubicBezTo>
                    <a:cubicBezTo>
                      <a:pt x="91092" y="920858"/>
                      <a:pt x="80932" y="911968"/>
                      <a:pt x="66962" y="895458"/>
                    </a:cubicBezTo>
                    <a:cubicBezTo>
                      <a:pt x="46642" y="873868"/>
                      <a:pt x="21242" y="835768"/>
                      <a:pt x="9812" y="802748"/>
                    </a:cubicBezTo>
                    <a:cubicBezTo>
                      <a:pt x="-348" y="768458"/>
                      <a:pt x="-2888" y="727818"/>
                      <a:pt x="3462" y="693528"/>
                    </a:cubicBezTo>
                    <a:cubicBezTo>
                      <a:pt x="9812" y="657968"/>
                      <a:pt x="31402" y="617328"/>
                      <a:pt x="49182" y="593198"/>
                    </a:cubicBezTo>
                    <a:cubicBezTo>
                      <a:pt x="60612" y="575418"/>
                      <a:pt x="73312" y="565258"/>
                      <a:pt x="88552" y="553828"/>
                    </a:cubicBezTo>
                    <a:cubicBezTo>
                      <a:pt x="102522" y="543668"/>
                      <a:pt x="110142" y="537318"/>
                      <a:pt x="135542" y="525888"/>
                    </a:cubicBezTo>
                    <a:cubicBezTo>
                      <a:pt x="216822" y="489058"/>
                      <a:pt x="511462" y="409048"/>
                      <a:pt x="677832" y="349358"/>
                    </a:cubicBezTo>
                    <a:cubicBezTo>
                      <a:pt x="820072" y="297288"/>
                      <a:pt x="977552" y="149968"/>
                      <a:pt x="1071532" y="189338"/>
                    </a:cubicBezTo>
                    <a:cubicBezTo>
                      <a:pt x="1168052" y="231248"/>
                      <a:pt x="1239172" y="619868"/>
                      <a:pt x="1239172" y="619868"/>
                    </a:cubicBezTo>
                  </a:path>
                </a:pathLst>
              </a:custGeom>
              <a:solidFill>
                <a:srgbClr val="000000">
                  <a:alpha val="24706"/>
                </a:srgbClr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24" id="24"/>
            <p:cNvGrpSpPr/>
            <p:nvPr/>
          </p:nvGrpSpPr>
          <p:grpSpPr>
            <a:xfrm rot="0">
              <a:off x="397985" y="1763907"/>
              <a:ext cx="499896" cy="439283"/>
              <a:chOff x="0" y="0"/>
              <a:chExt cx="1990090" cy="174879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47458" y="45947"/>
                <a:ext cx="1891046" cy="1673457"/>
              </a:xfrm>
              <a:custGeom>
                <a:avLst/>
                <a:gdLst/>
                <a:ahLst/>
                <a:cxnLst/>
                <a:rect r="r" b="b" t="t" l="l"/>
                <a:pathLst>
                  <a:path h="1673457" w="1891046">
                    <a:moveTo>
                      <a:pt x="1104432" y="860833"/>
                    </a:moveTo>
                    <a:cubicBezTo>
                      <a:pt x="590082" y="1221513"/>
                      <a:pt x="623102" y="1056413"/>
                      <a:pt x="670092" y="967513"/>
                    </a:cubicBezTo>
                    <a:cubicBezTo>
                      <a:pt x="732322" y="848133"/>
                      <a:pt x="915202" y="745263"/>
                      <a:pt x="1023152" y="622073"/>
                    </a:cubicBezTo>
                    <a:cubicBezTo>
                      <a:pt x="1129832" y="498883"/>
                      <a:pt x="1241592" y="225833"/>
                      <a:pt x="1315252" y="230913"/>
                    </a:cubicBezTo>
                    <a:cubicBezTo>
                      <a:pt x="1367322" y="233453"/>
                      <a:pt x="1448602" y="379503"/>
                      <a:pt x="1434632" y="444273"/>
                    </a:cubicBezTo>
                    <a:cubicBezTo>
                      <a:pt x="1415582" y="523013"/>
                      <a:pt x="1226352" y="585243"/>
                      <a:pt x="1137452" y="651283"/>
                    </a:cubicBezTo>
                    <a:cubicBezTo>
                      <a:pt x="1061252" y="708433"/>
                      <a:pt x="1004102" y="751613"/>
                      <a:pt x="932982" y="815113"/>
                    </a:cubicBezTo>
                    <a:cubicBezTo>
                      <a:pt x="846622" y="891313"/>
                      <a:pt x="732322" y="997993"/>
                      <a:pt x="657392" y="1085623"/>
                    </a:cubicBezTo>
                    <a:cubicBezTo>
                      <a:pt x="597702" y="1155473"/>
                      <a:pt x="502452" y="1281203"/>
                      <a:pt x="511342" y="1288823"/>
                    </a:cubicBezTo>
                    <a:cubicBezTo>
                      <a:pt x="520232" y="1297713"/>
                      <a:pt x="654852" y="1163093"/>
                      <a:pt x="731052" y="1116103"/>
                    </a:cubicBezTo>
                    <a:cubicBezTo>
                      <a:pt x="803442" y="1072923"/>
                      <a:pt x="875832" y="1053873"/>
                      <a:pt x="958382" y="1011963"/>
                    </a:cubicBezTo>
                    <a:cubicBezTo>
                      <a:pt x="1057442" y="961163"/>
                      <a:pt x="1181902" y="890043"/>
                      <a:pt x="1286042" y="824003"/>
                    </a:cubicBezTo>
                    <a:cubicBezTo>
                      <a:pt x="1385102" y="761773"/>
                      <a:pt x="1493052" y="662713"/>
                      <a:pt x="1567982" y="630963"/>
                    </a:cubicBezTo>
                    <a:cubicBezTo>
                      <a:pt x="1609892" y="614453"/>
                      <a:pt x="1640372" y="609373"/>
                      <a:pt x="1674662" y="610643"/>
                    </a:cubicBezTo>
                    <a:cubicBezTo>
                      <a:pt x="1710222" y="613183"/>
                      <a:pt x="1749592" y="624613"/>
                      <a:pt x="1780072" y="643663"/>
                    </a:cubicBezTo>
                    <a:cubicBezTo>
                      <a:pt x="1810552" y="661443"/>
                      <a:pt x="1841032" y="695733"/>
                      <a:pt x="1857542" y="719863"/>
                    </a:cubicBezTo>
                    <a:cubicBezTo>
                      <a:pt x="1870242" y="737643"/>
                      <a:pt x="1875322" y="750343"/>
                      <a:pt x="1880402" y="770663"/>
                    </a:cubicBezTo>
                    <a:cubicBezTo>
                      <a:pt x="1888022" y="798603"/>
                      <a:pt x="1894372" y="844323"/>
                      <a:pt x="1888022" y="879883"/>
                    </a:cubicBezTo>
                    <a:cubicBezTo>
                      <a:pt x="1881672" y="914173"/>
                      <a:pt x="1860082" y="954813"/>
                      <a:pt x="1843572" y="978943"/>
                    </a:cubicBezTo>
                    <a:cubicBezTo>
                      <a:pt x="1830872" y="996723"/>
                      <a:pt x="1825792" y="1009423"/>
                      <a:pt x="1804202" y="1018313"/>
                    </a:cubicBezTo>
                    <a:cubicBezTo>
                      <a:pt x="1757212" y="1039903"/>
                      <a:pt x="1555282" y="1067843"/>
                      <a:pt x="1533692" y="1028473"/>
                    </a:cubicBezTo>
                    <a:cubicBezTo>
                      <a:pt x="1504482" y="975133"/>
                      <a:pt x="1820712" y="703353"/>
                      <a:pt x="1791502" y="651283"/>
                    </a:cubicBezTo>
                    <a:cubicBezTo>
                      <a:pt x="1769912" y="610643"/>
                      <a:pt x="1524802" y="674143"/>
                      <a:pt x="1520992" y="660173"/>
                    </a:cubicBezTo>
                    <a:cubicBezTo>
                      <a:pt x="1518452" y="653823"/>
                      <a:pt x="1547662" y="638583"/>
                      <a:pt x="1567982" y="630963"/>
                    </a:cubicBezTo>
                    <a:cubicBezTo>
                      <a:pt x="1595922" y="620803"/>
                      <a:pt x="1640372" y="609373"/>
                      <a:pt x="1674662" y="610643"/>
                    </a:cubicBezTo>
                    <a:cubicBezTo>
                      <a:pt x="1710222" y="613183"/>
                      <a:pt x="1749592" y="624613"/>
                      <a:pt x="1780072" y="643663"/>
                    </a:cubicBezTo>
                    <a:cubicBezTo>
                      <a:pt x="1810552" y="661443"/>
                      <a:pt x="1839762" y="689383"/>
                      <a:pt x="1857542" y="719863"/>
                    </a:cubicBezTo>
                    <a:cubicBezTo>
                      <a:pt x="1876592" y="750343"/>
                      <a:pt x="1888022" y="789713"/>
                      <a:pt x="1890562" y="824003"/>
                    </a:cubicBezTo>
                    <a:cubicBezTo>
                      <a:pt x="1893102" y="859563"/>
                      <a:pt x="1885482" y="900203"/>
                      <a:pt x="1871512" y="931953"/>
                    </a:cubicBezTo>
                    <a:cubicBezTo>
                      <a:pt x="1857542" y="964973"/>
                      <a:pt x="1838492" y="986563"/>
                      <a:pt x="1804202" y="1018313"/>
                    </a:cubicBezTo>
                    <a:cubicBezTo>
                      <a:pt x="1745782" y="1075463"/>
                      <a:pt x="1625132" y="1150393"/>
                      <a:pt x="1523532" y="1215163"/>
                    </a:cubicBezTo>
                    <a:cubicBezTo>
                      <a:pt x="1409232" y="1287553"/>
                      <a:pt x="1263182" y="1370103"/>
                      <a:pt x="1147612" y="1428523"/>
                    </a:cubicBezTo>
                    <a:cubicBezTo>
                      <a:pt x="1052362" y="1476783"/>
                      <a:pt x="969812" y="1513613"/>
                      <a:pt x="883452" y="1547903"/>
                    </a:cubicBezTo>
                    <a:cubicBezTo>
                      <a:pt x="800902" y="1580923"/>
                      <a:pt x="734862" y="1612673"/>
                      <a:pt x="639612" y="1630453"/>
                    </a:cubicBezTo>
                    <a:cubicBezTo>
                      <a:pt x="516422" y="1654583"/>
                      <a:pt x="310682" y="1701573"/>
                      <a:pt x="201462" y="1650773"/>
                    </a:cubicBezTo>
                    <a:cubicBezTo>
                      <a:pt x="108752" y="1608863"/>
                      <a:pt x="21122" y="1489483"/>
                      <a:pt x="3342" y="1396773"/>
                    </a:cubicBezTo>
                    <a:cubicBezTo>
                      <a:pt x="-14438" y="1310413"/>
                      <a:pt x="42712" y="1198653"/>
                      <a:pt x="80812" y="1116103"/>
                    </a:cubicBezTo>
                    <a:cubicBezTo>
                      <a:pt x="113832" y="1043713"/>
                      <a:pt x="155742" y="992913"/>
                      <a:pt x="207812" y="924333"/>
                    </a:cubicBezTo>
                    <a:cubicBezTo>
                      <a:pt x="275122" y="836703"/>
                      <a:pt x="379262" y="718593"/>
                      <a:pt x="459272" y="636043"/>
                    </a:cubicBezTo>
                    <a:cubicBezTo>
                      <a:pt x="525312" y="567463"/>
                      <a:pt x="581192" y="515393"/>
                      <a:pt x="648502" y="456973"/>
                    </a:cubicBezTo>
                    <a:cubicBezTo>
                      <a:pt x="722162" y="393473"/>
                      <a:pt x="795822" y="331243"/>
                      <a:pt x="884722" y="270283"/>
                    </a:cubicBezTo>
                    <a:cubicBezTo>
                      <a:pt x="992672" y="196623"/>
                      <a:pt x="1138722" y="98833"/>
                      <a:pt x="1253022" y="55653"/>
                    </a:cubicBezTo>
                    <a:cubicBezTo>
                      <a:pt x="1344462" y="21363"/>
                      <a:pt x="1430822" y="-12927"/>
                      <a:pt x="1512102" y="4853"/>
                    </a:cubicBezTo>
                    <a:cubicBezTo>
                      <a:pt x="1595922" y="22633"/>
                      <a:pt x="1714032" y="91213"/>
                      <a:pt x="1745782" y="167413"/>
                    </a:cubicBezTo>
                    <a:cubicBezTo>
                      <a:pt x="1780072" y="248693"/>
                      <a:pt x="1741972" y="375693"/>
                      <a:pt x="1694982" y="484913"/>
                    </a:cubicBezTo>
                    <a:cubicBezTo>
                      <a:pt x="1632752" y="629693"/>
                      <a:pt x="1452412" y="820193"/>
                      <a:pt x="1352082" y="938303"/>
                    </a:cubicBezTo>
                    <a:cubicBezTo>
                      <a:pt x="1283502" y="1018313"/>
                      <a:pt x="1232702" y="1067843"/>
                      <a:pt x="1164122" y="1132613"/>
                    </a:cubicBezTo>
                    <a:cubicBezTo>
                      <a:pt x="1091732" y="1203733"/>
                      <a:pt x="1011722" y="1281203"/>
                      <a:pt x="926632" y="1345973"/>
                    </a:cubicBezTo>
                    <a:cubicBezTo>
                      <a:pt x="840272" y="1412013"/>
                      <a:pt x="752642" y="1486943"/>
                      <a:pt x="648502" y="1523773"/>
                    </a:cubicBezTo>
                    <a:cubicBezTo>
                      <a:pt x="540552" y="1561873"/>
                      <a:pt x="384342" y="1602513"/>
                      <a:pt x="287822" y="1561873"/>
                    </a:cubicBezTo>
                    <a:cubicBezTo>
                      <a:pt x="192572" y="1522503"/>
                      <a:pt x="85892" y="1378993"/>
                      <a:pt x="70652" y="1288823"/>
                    </a:cubicBezTo>
                    <a:cubicBezTo>
                      <a:pt x="57952" y="1216433"/>
                      <a:pt x="106212" y="1137693"/>
                      <a:pt x="146852" y="1072923"/>
                    </a:cubicBezTo>
                    <a:cubicBezTo>
                      <a:pt x="191302" y="1004343"/>
                      <a:pt x="252262" y="962433"/>
                      <a:pt x="329732" y="892583"/>
                    </a:cubicBezTo>
                    <a:cubicBezTo>
                      <a:pt x="451652" y="783363"/>
                      <a:pt x="685332" y="481103"/>
                      <a:pt x="819952" y="497613"/>
                    </a:cubicBezTo>
                    <a:cubicBezTo>
                      <a:pt x="935522" y="510313"/>
                      <a:pt x="1104432" y="860833"/>
                      <a:pt x="1104432" y="860833"/>
                    </a:cubicBezTo>
                  </a:path>
                </a:pathLst>
              </a:custGeom>
              <a:solidFill>
                <a:srgbClr val="000000">
                  <a:alpha val="24706"/>
                </a:srgbClr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26" id="26"/>
            <p:cNvGrpSpPr/>
            <p:nvPr/>
          </p:nvGrpSpPr>
          <p:grpSpPr>
            <a:xfrm rot="0">
              <a:off x="73547" y="1795490"/>
              <a:ext cx="634201" cy="418228"/>
              <a:chOff x="0" y="0"/>
              <a:chExt cx="2524760" cy="166497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49530" y="48157"/>
                <a:ext cx="2425759" cy="1565048"/>
              </a:xfrm>
              <a:custGeom>
                <a:avLst/>
                <a:gdLst/>
                <a:ahLst/>
                <a:cxnLst/>
                <a:rect r="r" b="b" t="t" l="l"/>
                <a:pathLst>
                  <a:path h="1565048" w="2425759">
                    <a:moveTo>
                      <a:pt x="1016000" y="536043"/>
                    </a:moveTo>
                    <a:cubicBezTo>
                      <a:pt x="1769110" y="377293"/>
                      <a:pt x="1828800" y="373483"/>
                      <a:pt x="1918970" y="374753"/>
                    </a:cubicBezTo>
                    <a:cubicBezTo>
                      <a:pt x="2025650" y="376023"/>
                      <a:pt x="2186940" y="379833"/>
                      <a:pt x="2264410" y="403963"/>
                    </a:cubicBezTo>
                    <a:cubicBezTo>
                      <a:pt x="2307590" y="417933"/>
                      <a:pt x="2332990" y="435713"/>
                      <a:pt x="2358390" y="459843"/>
                    </a:cubicBezTo>
                    <a:cubicBezTo>
                      <a:pt x="2383790" y="485243"/>
                      <a:pt x="2405380" y="519533"/>
                      <a:pt x="2415540" y="552553"/>
                    </a:cubicBezTo>
                    <a:cubicBezTo>
                      <a:pt x="2426970" y="586843"/>
                      <a:pt x="2426970" y="632563"/>
                      <a:pt x="2423160" y="661773"/>
                    </a:cubicBezTo>
                    <a:cubicBezTo>
                      <a:pt x="2421890" y="683363"/>
                      <a:pt x="2418080" y="696063"/>
                      <a:pt x="2407920" y="715113"/>
                    </a:cubicBezTo>
                    <a:cubicBezTo>
                      <a:pt x="2393950" y="741783"/>
                      <a:pt x="2363470" y="782423"/>
                      <a:pt x="2341880" y="801473"/>
                    </a:cubicBezTo>
                    <a:cubicBezTo>
                      <a:pt x="2325370" y="815443"/>
                      <a:pt x="2313940" y="823063"/>
                      <a:pt x="2294890" y="830683"/>
                    </a:cubicBezTo>
                    <a:cubicBezTo>
                      <a:pt x="2266950" y="842113"/>
                      <a:pt x="2232660" y="835763"/>
                      <a:pt x="2186940" y="851003"/>
                    </a:cubicBezTo>
                    <a:cubicBezTo>
                      <a:pt x="2092960" y="884023"/>
                      <a:pt x="1907540" y="1000863"/>
                      <a:pt x="1776730" y="1056743"/>
                    </a:cubicBezTo>
                    <a:cubicBezTo>
                      <a:pt x="1662430" y="1105003"/>
                      <a:pt x="1576070" y="1134213"/>
                      <a:pt x="1446530" y="1174853"/>
                    </a:cubicBezTo>
                    <a:cubicBezTo>
                      <a:pt x="1266190" y="1232003"/>
                      <a:pt x="994410" y="1310743"/>
                      <a:pt x="792480" y="1353923"/>
                    </a:cubicBezTo>
                    <a:cubicBezTo>
                      <a:pt x="622300" y="1390753"/>
                      <a:pt x="425450" y="1417423"/>
                      <a:pt x="317500" y="1427583"/>
                    </a:cubicBezTo>
                    <a:cubicBezTo>
                      <a:pt x="262890" y="1431393"/>
                      <a:pt x="224790" y="1433933"/>
                      <a:pt x="191770" y="1430123"/>
                    </a:cubicBezTo>
                    <a:cubicBezTo>
                      <a:pt x="170180" y="1427583"/>
                      <a:pt x="158750" y="1423773"/>
                      <a:pt x="139700" y="1414883"/>
                    </a:cubicBezTo>
                    <a:cubicBezTo>
                      <a:pt x="113030" y="1400913"/>
                      <a:pt x="74930" y="1375513"/>
                      <a:pt x="52070" y="1347573"/>
                    </a:cubicBezTo>
                    <a:cubicBezTo>
                      <a:pt x="29210" y="1320903"/>
                      <a:pt x="12700" y="1284073"/>
                      <a:pt x="5080" y="1248513"/>
                    </a:cubicBezTo>
                    <a:cubicBezTo>
                      <a:pt x="-1270" y="1214223"/>
                      <a:pt x="0" y="1173583"/>
                      <a:pt x="10160" y="1139293"/>
                    </a:cubicBezTo>
                    <a:cubicBezTo>
                      <a:pt x="20320" y="1106273"/>
                      <a:pt x="40640" y="1070713"/>
                      <a:pt x="66040" y="1045313"/>
                    </a:cubicBezTo>
                    <a:cubicBezTo>
                      <a:pt x="90170" y="1019913"/>
                      <a:pt x="130810" y="998323"/>
                      <a:pt x="158750" y="986893"/>
                    </a:cubicBezTo>
                    <a:cubicBezTo>
                      <a:pt x="177800" y="979273"/>
                      <a:pt x="187960" y="988163"/>
                      <a:pt x="212090" y="976733"/>
                    </a:cubicBezTo>
                    <a:cubicBezTo>
                      <a:pt x="281940" y="943713"/>
                      <a:pt x="438150" y="768453"/>
                      <a:pt x="571500" y="679553"/>
                    </a:cubicBezTo>
                    <a:cubicBezTo>
                      <a:pt x="718820" y="581763"/>
                      <a:pt x="913130" y="494133"/>
                      <a:pt x="1061720" y="423013"/>
                    </a:cubicBezTo>
                    <a:cubicBezTo>
                      <a:pt x="1183640" y="364593"/>
                      <a:pt x="1294130" y="315063"/>
                      <a:pt x="1400810" y="276963"/>
                    </a:cubicBezTo>
                    <a:cubicBezTo>
                      <a:pt x="1492250" y="243943"/>
                      <a:pt x="1573530" y="217273"/>
                      <a:pt x="1661160" y="199493"/>
                    </a:cubicBezTo>
                    <a:cubicBezTo>
                      <a:pt x="1746250" y="181713"/>
                      <a:pt x="1836420" y="162663"/>
                      <a:pt x="1920240" y="169013"/>
                    </a:cubicBezTo>
                    <a:cubicBezTo>
                      <a:pt x="2001520" y="174093"/>
                      <a:pt x="2096770" y="176633"/>
                      <a:pt x="2156460" y="229973"/>
                    </a:cubicBezTo>
                    <a:cubicBezTo>
                      <a:pt x="2230120" y="297283"/>
                      <a:pt x="2286000" y="478893"/>
                      <a:pt x="2283460" y="586843"/>
                    </a:cubicBezTo>
                    <a:cubicBezTo>
                      <a:pt x="2282190" y="675743"/>
                      <a:pt x="2230120" y="746863"/>
                      <a:pt x="2185670" y="829413"/>
                    </a:cubicBezTo>
                    <a:cubicBezTo>
                      <a:pt x="2132330" y="928473"/>
                      <a:pt x="2042160" y="1044043"/>
                      <a:pt x="1972310" y="1130403"/>
                    </a:cubicBezTo>
                    <a:cubicBezTo>
                      <a:pt x="1913890" y="1202793"/>
                      <a:pt x="1863090" y="1265023"/>
                      <a:pt x="1798320" y="1320903"/>
                    </a:cubicBezTo>
                    <a:cubicBezTo>
                      <a:pt x="1733550" y="1375513"/>
                      <a:pt x="1659890" y="1422503"/>
                      <a:pt x="1584960" y="1463143"/>
                    </a:cubicBezTo>
                    <a:cubicBezTo>
                      <a:pt x="1507490" y="1503783"/>
                      <a:pt x="1427480" y="1562203"/>
                      <a:pt x="1342390" y="1564743"/>
                    </a:cubicBezTo>
                    <a:cubicBezTo>
                      <a:pt x="1247140" y="1568553"/>
                      <a:pt x="1096010" y="1536803"/>
                      <a:pt x="1040130" y="1460603"/>
                    </a:cubicBezTo>
                    <a:cubicBezTo>
                      <a:pt x="975360" y="1372973"/>
                      <a:pt x="1004570" y="1155803"/>
                      <a:pt x="1028700" y="1030073"/>
                    </a:cubicBezTo>
                    <a:cubicBezTo>
                      <a:pt x="1049020" y="925933"/>
                      <a:pt x="1102360" y="843383"/>
                      <a:pt x="1145540" y="754483"/>
                    </a:cubicBezTo>
                    <a:cubicBezTo>
                      <a:pt x="1187450" y="666853"/>
                      <a:pt x="1229360" y="583033"/>
                      <a:pt x="1285240" y="497943"/>
                    </a:cubicBezTo>
                    <a:cubicBezTo>
                      <a:pt x="1350010" y="400153"/>
                      <a:pt x="1433830" y="280773"/>
                      <a:pt x="1516380" y="205843"/>
                    </a:cubicBezTo>
                    <a:cubicBezTo>
                      <a:pt x="1583690" y="143613"/>
                      <a:pt x="1652270" y="99163"/>
                      <a:pt x="1728470" y="64873"/>
                    </a:cubicBezTo>
                    <a:cubicBezTo>
                      <a:pt x="1805940" y="30583"/>
                      <a:pt x="1910080" y="8993"/>
                      <a:pt x="1977390" y="2643"/>
                    </a:cubicBezTo>
                    <a:cubicBezTo>
                      <a:pt x="2020570" y="-2437"/>
                      <a:pt x="2052320" y="103"/>
                      <a:pt x="2086610" y="7723"/>
                    </a:cubicBezTo>
                    <a:cubicBezTo>
                      <a:pt x="2122170" y="16613"/>
                      <a:pt x="2159000" y="31853"/>
                      <a:pt x="2185670" y="53443"/>
                    </a:cubicBezTo>
                    <a:cubicBezTo>
                      <a:pt x="2213610" y="76303"/>
                      <a:pt x="2239010" y="108053"/>
                      <a:pt x="2252980" y="139803"/>
                    </a:cubicBezTo>
                    <a:cubicBezTo>
                      <a:pt x="2268220" y="172823"/>
                      <a:pt x="2272030" y="218543"/>
                      <a:pt x="2272030" y="247753"/>
                    </a:cubicBezTo>
                    <a:cubicBezTo>
                      <a:pt x="2272030" y="269343"/>
                      <a:pt x="2268220" y="284583"/>
                      <a:pt x="2261870" y="302363"/>
                    </a:cubicBezTo>
                    <a:cubicBezTo>
                      <a:pt x="2256790" y="318873"/>
                      <a:pt x="2251710" y="335383"/>
                      <a:pt x="2239010" y="351893"/>
                    </a:cubicBezTo>
                    <a:cubicBezTo>
                      <a:pt x="2222500" y="376023"/>
                      <a:pt x="2203450" y="402693"/>
                      <a:pt x="2161540" y="429363"/>
                    </a:cubicBezTo>
                    <a:cubicBezTo>
                      <a:pt x="2067560" y="490323"/>
                      <a:pt x="1797050" y="599543"/>
                      <a:pt x="1638300" y="628753"/>
                    </a:cubicBezTo>
                    <a:cubicBezTo>
                      <a:pt x="1512570" y="651613"/>
                      <a:pt x="1405890" y="633833"/>
                      <a:pt x="1290320" y="627483"/>
                    </a:cubicBezTo>
                    <a:cubicBezTo>
                      <a:pt x="1176020" y="622403"/>
                      <a:pt x="1036320" y="607163"/>
                      <a:pt x="946150" y="594463"/>
                    </a:cubicBezTo>
                    <a:cubicBezTo>
                      <a:pt x="887730" y="585573"/>
                      <a:pt x="830580" y="603353"/>
                      <a:pt x="802640" y="566523"/>
                    </a:cubicBezTo>
                    <a:cubicBezTo>
                      <a:pt x="751840" y="501753"/>
                      <a:pt x="753110" y="177903"/>
                      <a:pt x="834390" y="110593"/>
                    </a:cubicBezTo>
                    <a:cubicBezTo>
                      <a:pt x="916940" y="43283"/>
                      <a:pt x="1149350" y="166473"/>
                      <a:pt x="1300480" y="171553"/>
                    </a:cubicBezTo>
                    <a:cubicBezTo>
                      <a:pt x="1442720" y="175363"/>
                      <a:pt x="1588770" y="176633"/>
                      <a:pt x="1715770" y="146153"/>
                    </a:cubicBezTo>
                    <a:cubicBezTo>
                      <a:pt x="1830070" y="118213"/>
                      <a:pt x="1968500" y="15343"/>
                      <a:pt x="2032000" y="5183"/>
                    </a:cubicBezTo>
                    <a:cubicBezTo>
                      <a:pt x="2057400" y="103"/>
                      <a:pt x="2066290" y="2643"/>
                      <a:pt x="2086610" y="7723"/>
                    </a:cubicBezTo>
                    <a:cubicBezTo>
                      <a:pt x="2115820" y="15343"/>
                      <a:pt x="2159000" y="31853"/>
                      <a:pt x="2185670" y="53443"/>
                    </a:cubicBezTo>
                    <a:cubicBezTo>
                      <a:pt x="2213610" y="76303"/>
                      <a:pt x="2239010" y="108053"/>
                      <a:pt x="2252980" y="139803"/>
                    </a:cubicBezTo>
                    <a:cubicBezTo>
                      <a:pt x="2268220" y="172823"/>
                      <a:pt x="2274570" y="212193"/>
                      <a:pt x="2272030" y="247753"/>
                    </a:cubicBezTo>
                    <a:cubicBezTo>
                      <a:pt x="2269490" y="283313"/>
                      <a:pt x="2258060" y="321413"/>
                      <a:pt x="2239010" y="351893"/>
                    </a:cubicBezTo>
                    <a:cubicBezTo>
                      <a:pt x="2221230" y="382373"/>
                      <a:pt x="2185670" y="412853"/>
                      <a:pt x="2161540" y="429363"/>
                    </a:cubicBezTo>
                    <a:cubicBezTo>
                      <a:pt x="2143760" y="440793"/>
                      <a:pt x="2134870" y="443333"/>
                      <a:pt x="2110740" y="450953"/>
                    </a:cubicBezTo>
                    <a:cubicBezTo>
                      <a:pt x="2057400" y="470003"/>
                      <a:pt x="1915160" y="477623"/>
                      <a:pt x="1842770" y="524613"/>
                    </a:cubicBezTo>
                    <a:cubicBezTo>
                      <a:pt x="1775460" y="569063"/>
                      <a:pt x="1732280" y="649073"/>
                      <a:pt x="1686560" y="717653"/>
                    </a:cubicBezTo>
                    <a:cubicBezTo>
                      <a:pt x="1639570" y="786233"/>
                      <a:pt x="1620520" y="877673"/>
                      <a:pt x="1564640" y="936093"/>
                    </a:cubicBezTo>
                    <a:cubicBezTo>
                      <a:pt x="1507490" y="997053"/>
                      <a:pt x="1347470" y="1078333"/>
                      <a:pt x="1343660" y="1073253"/>
                    </a:cubicBezTo>
                    <a:cubicBezTo>
                      <a:pt x="1339850" y="1068173"/>
                      <a:pt x="1518920" y="933553"/>
                      <a:pt x="1602740" y="859893"/>
                    </a:cubicBezTo>
                    <a:cubicBezTo>
                      <a:pt x="1686560" y="786233"/>
                      <a:pt x="1859280" y="655423"/>
                      <a:pt x="1846580" y="631293"/>
                    </a:cubicBezTo>
                    <a:cubicBezTo>
                      <a:pt x="1835150" y="609703"/>
                      <a:pt x="1661160" y="670663"/>
                      <a:pt x="1568450" y="702413"/>
                    </a:cubicBezTo>
                    <a:cubicBezTo>
                      <a:pt x="1468120" y="735433"/>
                      <a:pt x="1376680" y="779883"/>
                      <a:pt x="1267460" y="831953"/>
                    </a:cubicBezTo>
                    <a:cubicBezTo>
                      <a:pt x="1131570" y="896723"/>
                      <a:pt x="958850" y="986893"/>
                      <a:pt x="815340" y="1065633"/>
                    </a:cubicBezTo>
                    <a:cubicBezTo>
                      <a:pt x="683260" y="1139293"/>
                      <a:pt x="541020" y="1218033"/>
                      <a:pt x="438150" y="1286613"/>
                    </a:cubicBezTo>
                    <a:cubicBezTo>
                      <a:pt x="361950" y="1337413"/>
                      <a:pt x="304800" y="1418693"/>
                      <a:pt x="247650" y="1432663"/>
                    </a:cubicBezTo>
                    <a:cubicBezTo>
                      <a:pt x="208280" y="1441553"/>
                      <a:pt x="171450" y="1428853"/>
                      <a:pt x="139700" y="1414883"/>
                    </a:cubicBezTo>
                    <a:cubicBezTo>
                      <a:pt x="106680" y="1400913"/>
                      <a:pt x="74930" y="1375513"/>
                      <a:pt x="52070" y="1347573"/>
                    </a:cubicBezTo>
                    <a:cubicBezTo>
                      <a:pt x="29210" y="1320903"/>
                      <a:pt x="12700" y="1277723"/>
                      <a:pt x="5080" y="1249783"/>
                    </a:cubicBezTo>
                    <a:cubicBezTo>
                      <a:pt x="0" y="1228193"/>
                      <a:pt x="-1270" y="1215493"/>
                      <a:pt x="1270" y="1193903"/>
                    </a:cubicBezTo>
                    <a:cubicBezTo>
                      <a:pt x="5080" y="1164693"/>
                      <a:pt x="13970" y="1120243"/>
                      <a:pt x="31750" y="1089763"/>
                    </a:cubicBezTo>
                    <a:cubicBezTo>
                      <a:pt x="49530" y="1058013"/>
                      <a:pt x="83820" y="1027533"/>
                      <a:pt x="107950" y="1011023"/>
                    </a:cubicBezTo>
                    <a:cubicBezTo>
                      <a:pt x="125730" y="998323"/>
                      <a:pt x="132080" y="994513"/>
                      <a:pt x="158750" y="986893"/>
                    </a:cubicBezTo>
                    <a:cubicBezTo>
                      <a:pt x="238760" y="962763"/>
                      <a:pt x="497840" y="948793"/>
                      <a:pt x="676910" y="911963"/>
                    </a:cubicBezTo>
                    <a:cubicBezTo>
                      <a:pt x="875030" y="870053"/>
                      <a:pt x="1080770" y="810363"/>
                      <a:pt x="1291590" y="744323"/>
                    </a:cubicBezTo>
                    <a:cubicBezTo>
                      <a:pt x="1521460" y="673203"/>
                      <a:pt x="1840230" y="566523"/>
                      <a:pt x="2004060" y="497943"/>
                    </a:cubicBezTo>
                    <a:cubicBezTo>
                      <a:pt x="2095500" y="459843"/>
                      <a:pt x="2151380" y="400153"/>
                      <a:pt x="2209800" y="395073"/>
                    </a:cubicBezTo>
                    <a:cubicBezTo>
                      <a:pt x="2250440" y="391263"/>
                      <a:pt x="2284730" y="409043"/>
                      <a:pt x="2315210" y="426823"/>
                    </a:cubicBezTo>
                    <a:cubicBezTo>
                      <a:pt x="2345690" y="444603"/>
                      <a:pt x="2376170" y="478893"/>
                      <a:pt x="2392680" y="503023"/>
                    </a:cubicBezTo>
                    <a:cubicBezTo>
                      <a:pt x="2405380" y="520803"/>
                      <a:pt x="2410460" y="532233"/>
                      <a:pt x="2415540" y="552553"/>
                    </a:cubicBezTo>
                    <a:cubicBezTo>
                      <a:pt x="2423160" y="581763"/>
                      <a:pt x="2429510" y="627483"/>
                      <a:pt x="2423160" y="661773"/>
                    </a:cubicBezTo>
                    <a:cubicBezTo>
                      <a:pt x="2418080" y="697333"/>
                      <a:pt x="2401570" y="734163"/>
                      <a:pt x="2379980" y="762103"/>
                    </a:cubicBezTo>
                    <a:cubicBezTo>
                      <a:pt x="2358390" y="790043"/>
                      <a:pt x="2320290" y="816713"/>
                      <a:pt x="2294890" y="830683"/>
                    </a:cubicBezTo>
                    <a:cubicBezTo>
                      <a:pt x="2275840" y="840843"/>
                      <a:pt x="2265680" y="844653"/>
                      <a:pt x="2241550" y="847193"/>
                    </a:cubicBezTo>
                    <a:cubicBezTo>
                      <a:pt x="2192020" y="853543"/>
                      <a:pt x="2089150" y="830683"/>
                      <a:pt x="2009140" y="829413"/>
                    </a:cubicBezTo>
                    <a:cubicBezTo>
                      <a:pt x="1922780" y="828143"/>
                      <a:pt x="1847850" y="828143"/>
                      <a:pt x="1739900" y="843383"/>
                    </a:cubicBezTo>
                    <a:cubicBezTo>
                      <a:pt x="1576070" y="866243"/>
                      <a:pt x="1242060" y="1058013"/>
                      <a:pt x="1123950" y="984353"/>
                    </a:cubicBezTo>
                    <a:cubicBezTo>
                      <a:pt x="1023620" y="922123"/>
                      <a:pt x="1016000" y="536043"/>
                      <a:pt x="1016000" y="536043"/>
                    </a:cubicBezTo>
                  </a:path>
                </a:pathLst>
              </a:custGeom>
              <a:solidFill>
                <a:srgbClr val="000000">
                  <a:alpha val="24706"/>
                </a:srgbClr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28" id="28"/>
            <p:cNvGrpSpPr/>
            <p:nvPr/>
          </p:nvGrpSpPr>
          <p:grpSpPr>
            <a:xfrm rot="0">
              <a:off x="286330" y="1852913"/>
              <a:ext cx="191728" cy="247236"/>
              <a:chOff x="0" y="0"/>
              <a:chExt cx="763270" cy="98425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48126" y="48585"/>
                <a:ext cx="664918" cy="883799"/>
              </a:xfrm>
              <a:custGeom>
                <a:avLst/>
                <a:gdLst/>
                <a:ahLst/>
                <a:cxnLst/>
                <a:rect r="r" b="b" t="t" l="l"/>
                <a:pathLst>
                  <a:path h="883799" w="664918">
                    <a:moveTo>
                      <a:pt x="53474" y="172395"/>
                    </a:moveTo>
                    <a:cubicBezTo>
                      <a:pt x="146184" y="693095"/>
                      <a:pt x="213494" y="835335"/>
                      <a:pt x="198254" y="850575"/>
                    </a:cubicBezTo>
                    <a:cubicBezTo>
                      <a:pt x="191904" y="855655"/>
                      <a:pt x="169044" y="850575"/>
                      <a:pt x="163964" y="839145"/>
                    </a:cubicBezTo>
                    <a:cubicBezTo>
                      <a:pt x="144914" y="794695"/>
                      <a:pt x="294774" y="515295"/>
                      <a:pt x="374784" y="373055"/>
                    </a:cubicBezTo>
                    <a:cubicBezTo>
                      <a:pt x="448444" y="239705"/>
                      <a:pt x="571634" y="37775"/>
                      <a:pt x="619894" y="8565"/>
                    </a:cubicBezTo>
                    <a:cubicBezTo>
                      <a:pt x="633864" y="-325"/>
                      <a:pt x="646564" y="-325"/>
                      <a:pt x="654184" y="4755"/>
                    </a:cubicBezTo>
                    <a:cubicBezTo>
                      <a:pt x="660534" y="8565"/>
                      <a:pt x="666884" y="18725"/>
                      <a:pt x="664344" y="31425"/>
                    </a:cubicBezTo>
                    <a:cubicBezTo>
                      <a:pt x="654184" y="74605"/>
                      <a:pt x="449714" y="267645"/>
                      <a:pt x="402724" y="281615"/>
                    </a:cubicBezTo>
                    <a:cubicBezTo>
                      <a:pt x="390024" y="285425"/>
                      <a:pt x="378594" y="281615"/>
                      <a:pt x="373514" y="275265"/>
                    </a:cubicBezTo>
                    <a:cubicBezTo>
                      <a:pt x="367164" y="270185"/>
                      <a:pt x="365894" y="251135"/>
                      <a:pt x="370974" y="244785"/>
                    </a:cubicBezTo>
                    <a:cubicBezTo>
                      <a:pt x="376054" y="238435"/>
                      <a:pt x="398914" y="234625"/>
                      <a:pt x="406534" y="238435"/>
                    </a:cubicBezTo>
                    <a:cubicBezTo>
                      <a:pt x="412884" y="240975"/>
                      <a:pt x="417964" y="252405"/>
                      <a:pt x="417964" y="260025"/>
                    </a:cubicBezTo>
                    <a:cubicBezTo>
                      <a:pt x="416694" y="266375"/>
                      <a:pt x="411614" y="276535"/>
                      <a:pt x="405264" y="280345"/>
                    </a:cubicBezTo>
                    <a:cubicBezTo>
                      <a:pt x="398914" y="284155"/>
                      <a:pt x="381134" y="284155"/>
                      <a:pt x="374784" y="277805"/>
                    </a:cubicBezTo>
                    <a:cubicBezTo>
                      <a:pt x="368434" y="271455"/>
                      <a:pt x="367164" y="256215"/>
                      <a:pt x="373514" y="240975"/>
                    </a:cubicBezTo>
                    <a:cubicBezTo>
                      <a:pt x="393834" y="192715"/>
                      <a:pt x="584334" y="23805"/>
                      <a:pt x="624974" y="4755"/>
                    </a:cubicBezTo>
                    <a:cubicBezTo>
                      <a:pt x="636404" y="-325"/>
                      <a:pt x="642754" y="-1595"/>
                      <a:pt x="649104" y="2215"/>
                    </a:cubicBezTo>
                    <a:cubicBezTo>
                      <a:pt x="655454" y="4755"/>
                      <a:pt x="664344" y="12375"/>
                      <a:pt x="664344" y="25075"/>
                    </a:cubicBezTo>
                    <a:cubicBezTo>
                      <a:pt x="664344" y="75875"/>
                      <a:pt x="496704" y="260025"/>
                      <a:pt x="420504" y="394645"/>
                    </a:cubicBezTo>
                    <a:cubicBezTo>
                      <a:pt x="336684" y="543235"/>
                      <a:pt x="240164" y="873435"/>
                      <a:pt x="186824" y="883595"/>
                    </a:cubicBezTo>
                    <a:cubicBezTo>
                      <a:pt x="170314" y="886135"/>
                      <a:pt x="157614" y="864545"/>
                      <a:pt x="143644" y="840415"/>
                    </a:cubicBezTo>
                    <a:cubicBezTo>
                      <a:pt x="108084" y="779455"/>
                      <a:pt x="69984" y="582605"/>
                      <a:pt x="45854" y="465765"/>
                    </a:cubicBezTo>
                    <a:cubicBezTo>
                      <a:pt x="25534" y="364165"/>
                      <a:pt x="-10026" y="221925"/>
                      <a:pt x="2674" y="177475"/>
                    </a:cubicBezTo>
                    <a:cubicBezTo>
                      <a:pt x="7754" y="160965"/>
                      <a:pt x="20454" y="149535"/>
                      <a:pt x="29344" y="149535"/>
                    </a:cubicBezTo>
                    <a:cubicBezTo>
                      <a:pt x="36964" y="149535"/>
                      <a:pt x="53474" y="172395"/>
                      <a:pt x="53474" y="172395"/>
                    </a:cubicBezTo>
                  </a:path>
                </a:pathLst>
              </a:custGeom>
              <a:solidFill>
                <a:srgbClr val="0571D3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30" id="30"/>
            <p:cNvGrpSpPr/>
            <p:nvPr/>
          </p:nvGrpSpPr>
          <p:grpSpPr>
            <a:xfrm rot="0">
              <a:off x="650006" y="1929157"/>
              <a:ext cx="420780" cy="360805"/>
              <a:chOff x="0" y="0"/>
              <a:chExt cx="1675130" cy="143637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50599" y="49682"/>
                <a:ext cx="1573839" cy="1335278"/>
              </a:xfrm>
              <a:custGeom>
                <a:avLst/>
                <a:gdLst/>
                <a:ahLst/>
                <a:cxnLst/>
                <a:rect r="r" b="b" t="t" l="l"/>
                <a:pathLst>
                  <a:path h="1335278" w="1573839">
                    <a:moveTo>
                      <a:pt x="207211" y="751688"/>
                    </a:moveTo>
                    <a:cubicBezTo>
                      <a:pt x="561541" y="570078"/>
                      <a:pt x="800301" y="457048"/>
                      <a:pt x="937461" y="411328"/>
                    </a:cubicBezTo>
                    <a:cubicBezTo>
                      <a:pt x="1026361" y="382118"/>
                      <a:pt x="1112721" y="364338"/>
                      <a:pt x="1162251" y="359258"/>
                    </a:cubicBezTo>
                    <a:cubicBezTo>
                      <a:pt x="1185111" y="356718"/>
                      <a:pt x="1204161" y="352908"/>
                      <a:pt x="1214321" y="360528"/>
                    </a:cubicBezTo>
                    <a:cubicBezTo>
                      <a:pt x="1223211" y="365608"/>
                      <a:pt x="1230831" y="377038"/>
                      <a:pt x="1228291" y="391008"/>
                    </a:cubicBezTo>
                    <a:cubicBezTo>
                      <a:pt x="1213051" y="455778"/>
                      <a:pt x="899361" y="684378"/>
                      <a:pt x="715211" y="832968"/>
                    </a:cubicBezTo>
                    <a:cubicBezTo>
                      <a:pt x="510741" y="995528"/>
                      <a:pt x="136091" y="1281278"/>
                      <a:pt x="54811" y="1324458"/>
                    </a:cubicBezTo>
                    <a:cubicBezTo>
                      <a:pt x="37031" y="1332078"/>
                      <a:pt x="30681" y="1337158"/>
                      <a:pt x="21791" y="1334618"/>
                    </a:cubicBezTo>
                    <a:cubicBezTo>
                      <a:pt x="12901" y="1333348"/>
                      <a:pt x="1471" y="1324458"/>
                      <a:pt x="201" y="1315568"/>
                    </a:cubicBezTo>
                    <a:cubicBezTo>
                      <a:pt x="-2339" y="1299058"/>
                      <a:pt x="21791" y="1266038"/>
                      <a:pt x="43381" y="1238098"/>
                    </a:cubicBezTo>
                    <a:cubicBezTo>
                      <a:pt x="73861" y="1194918"/>
                      <a:pt x="117041" y="1151738"/>
                      <a:pt x="176731" y="1094588"/>
                    </a:cubicBezTo>
                    <a:cubicBezTo>
                      <a:pt x="279601" y="995528"/>
                      <a:pt x="468831" y="836778"/>
                      <a:pt x="617421" y="713588"/>
                    </a:cubicBezTo>
                    <a:cubicBezTo>
                      <a:pt x="764741" y="590398"/>
                      <a:pt x="913331" y="469748"/>
                      <a:pt x="1064461" y="352908"/>
                    </a:cubicBezTo>
                    <a:cubicBezTo>
                      <a:pt x="1214321" y="237338"/>
                      <a:pt x="1446731" y="49378"/>
                      <a:pt x="1516581" y="13818"/>
                    </a:cubicBezTo>
                    <a:cubicBezTo>
                      <a:pt x="1535631" y="3658"/>
                      <a:pt x="1547061" y="-2692"/>
                      <a:pt x="1555951" y="1118"/>
                    </a:cubicBezTo>
                    <a:cubicBezTo>
                      <a:pt x="1564841" y="4928"/>
                      <a:pt x="1575001" y="16358"/>
                      <a:pt x="1573731" y="30328"/>
                    </a:cubicBezTo>
                    <a:cubicBezTo>
                      <a:pt x="1563571" y="93828"/>
                      <a:pt x="1211781" y="369418"/>
                      <a:pt x="1072081" y="491338"/>
                    </a:cubicBezTo>
                    <a:cubicBezTo>
                      <a:pt x="974291" y="576428"/>
                      <a:pt x="876501" y="657708"/>
                      <a:pt x="818081" y="699618"/>
                    </a:cubicBezTo>
                    <a:cubicBezTo>
                      <a:pt x="788871" y="719938"/>
                      <a:pt x="767281" y="742798"/>
                      <a:pt x="750771" y="741528"/>
                    </a:cubicBezTo>
                    <a:cubicBezTo>
                      <a:pt x="741881" y="741528"/>
                      <a:pt x="730451" y="731368"/>
                      <a:pt x="729181" y="723748"/>
                    </a:cubicBezTo>
                    <a:cubicBezTo>
                      <a:pt x="726641" y="716128"/>
                      <a:pt x="729181" y="708508"/>
                      <a:pt x="738071" y="695808"/>
                    </a:cubicBezTo>
                    <a:cubicBezTo>
                      <a:pt x="777441" y="639928"/>
                      <a:pt x="1105101" y="380848"/>
                      <a:pt x="1183841" y="324968"/>
                    </a:cubicBezTo>
                    <a:cubicBezTo>
                      <a:pt x="1210511" y="305918"/>
                      <a:pt x="1224481" y="294488"/>
                      <a:pt x="1239721" y="290678"/>
                    </a:cubicBezTo>
                    <a:cubicBezTo>
                      <a:pt x="1248611" y="289408"/>
                      <a:pt x="1257501" y="289408"/>
                      <a:pt x="1262581" y="294488"/>
                    </a:cubicBezTo>
                    <a:cubicBezTo>
                      <a:pt x="1268931" y="299568"/>
                      <a:pt x="1274011" y="313538"/>
                      <a:pt x="1270201" y="326238"/>
                    </a:cubicBezTo>
                    <a:cubicBezTo>
                      <a:pt x="1263851" y="352908"/>
                      <a:pt x="1218131" y="384658"/>
                      <a:pt x="1173681" y="425298"/>
                    </a:cubicBezTo>
                    <a:cubicBezTo>
                      <a:pt x="1091131" y="502768"/>
                      <a:pt x="923491" y="648818"/>
                      <a:pt x="801571" y="744068"/>
                    </a:cubicBezTo>
                    <a:cubicBezTo>
                      <a:pt x="693621" y="829158"/>
                      <a:pt x="534871" y="958698"/>
                      <a:pt x="484071" y="973938"/>
                    </a:cubicBezTo>
                    <a:cubicBezTo>
                      <a:pt x="470101" y="977748"/>
                      <a:pt x="461211" y="977748"/>
                      <a:pt x="454861" y="972668"/>
                    </a:cubicBezTo>
                    <a:cubicBezTo>
                      <a:pt x="448511" y="967588"/>
                      <a:pt x="443431" y="957428"/>
                      <a:pt x="445971" y="944728"/>
                    </a:cubicBezTo>
                    <a:cubicBezTo>
                      <a:pt x="461211" y="886308"/>
                      <a:pt x="760931" y="642468"/>
                      <a:pt x="884121" y="533248"/>
                    </a:cubicBezTo>
                    <a:cubicBezTo>
                      <a:pt x="970481" y="455778"/>
                      <a:pt x="1059381" y="373228"/>
                      <a:pt x="1110181" y="344018"/>
                    </a:cubicBezTo>
                    <a:cubicBezTo>
                      <a:pt x="1133041" y="330048"/>
                      <a:pt x="1150821" y="321158"/>
                      <a:pt x="1163521" y="323698"/>
                    </a:cubicBezTo>
                    <a:cubicBezTo>
                      <a:pt x="1171141" y="324968"/>
                      <a:pt x="1177491" y="332588"/>
                      <a:pt x="1180031" y="338938"/>
                    </a:cubicBezTo>
                    <a:cubicBezTo>
                      <a:pt x="1182571" y="346558"/>
                      <a:pt x="1182571" y="351638"/>
                      <a:pt x="1176221" y="363068"/>
                    </a:cubicBezTo>
                    <a:cubicBezTo>
                      <a:pt x="1152091" y="410058"/>
                      <a:pt x="961591" y="580238"/>
                      <a:pt x="856181" y="680568"/>
                    </a:cubicBezTo>
                    <a:cubicBezTo>
                      <a:pt x="755851" y="775818"/>
                      <a:pt x="603451" y="932028"/>
                      <a:pt x="557731" y="949808"/>
                    </a:cubicBezTo>
                    <a:cubicBezTo>
                      <a:pt x="546301" y="953618"/>
                      <a:pt x="539951" y="952348"/>
                      <a:pt x="534871" y="949808"/>
                    </a:cubicBezTo>
                    <a:cubicBezTo>
                      <a:pt x="528521" y="945998"/>
                      <a:pt x="520901" y="938378"/>
                      <a:pt x="520901" y="930758"/>
                    </a:cubicBezTo>
                    <a:cubicBezTo>
                      <a:pt x="519631" y="915518"/>
                      <a:pt x="537411" y="874878"/>
                      <a:pt x="551381" y="863448"/>
                    </a:cubicBezTo>
                    <a:cubicBezTo>
                      <a:pt x="559001" y="855828"/>
                      <a:pt x="571701" y="849478"/>
                      <a:pt x="579321" y="852018"/>
                    </a:cubicBezTo>
                    <a:cubicBezTo>
                      <a:pt x="586941" y="854558"/>
                      <a:pt x="597101" y="869798"/>
                      <a:pt x="597101" y="877418"/>
                    </a:cubicBezTo>
                    <a:cubicBezTo>
                      <a:pt x="598371" y="885038"/>
                      <a:pt x="592021" y="893928"/>
                      <a:pt x="585671" y="897738"/>
                    </a:cubicBezTo>
                    <a:cubicBezTo>
                      <a:pt x="580591" y="901548"/>
                      <a:pt x="569161" y="902818"/>
                      <a:pt x="562811" y="900278"/>
                    </a:cubicBezTo>
                    <a:cubicBezTo>
                      <a:pt x="556461" y="897738"/>
                      <a:pt x="548841" y="888848"/>
                      <a:pt x="547571" y="881228"/>
                    </a:cubicBezTo>
                    <a:cubicBezTo>
                      <a:pt x="546301" y="874878"/>
                      <a:pt x="548841" y="863448"/>
                      <a:pt x="553921" y="858368"/>
                    </a:cubicBezTo>
                    <a:cubicBezTo>
                      <a:pt x="560271" y="853288"/>
                      <a:pt x="578051" y="850748"/>
                      <a:pt x="584401" y="854558"/>
                    </a:cubicBezTo>
                    <a:cubicBezTo>
                      <a:pt x="590751" y="857098"/>
                      <a:pt x="597101" y="865988"/>
                      <a:pt x="597101" y="874878"/>
                    </a:cubicBezTo>
                    <a:cubicBezTo>
                      <a:pt x="598371" y="891388"/>
                      <a:pt x="578051" y="937108"/>
                      <a:pt x="562811" y="945998"/>
                    </a:cubicBezTo>
                    <a:cubicBezTo>
                      <a:pt x="552651" y="951078"/>
                      <a:pt x="531061" y="948538"/>
                      <a:pt x="524711" y="942188"/>
                    </a:cubicBezTo>
                    <a:cubicBezTo>
                      <a:pt x="519631" y="934568"/>
                      <a:pt x="520901" y="924408"/>
                      <a:pt x="528521" y="907898"/>
                    </a:cubicBezTo>
                    <a:cubicBezTo>
                      <a:pt x="567891" y="829158"/>
                      <a:pt x="1059381" y="359258"/>
                      <a:pt x="1140661" y="328778"/>
                    </a:cubicBezTo>
                    <a:cubicBezTo>
                      <a:pt x="1155901" y="322428"/>
                      <a:pt x="1168601" y="323698"/>
                      <a:pt x="1173681" y="328778"/>
                    </a:cubicBezTo>
                    <a:cubicBezTo>
                      <a:pt x="1180031" y="335128"/>
                      <a:pt x="1180031" y="351638"/>
                      <a:pt x="1172411" y="366878"/>
                    </a:cubicBezTo>
                    <a:cubicBezTo>
                      <a:pt x="1149551" y="412598"/>
                      <a:pt x="1012391" y="490068"/>
                      <a:pt x="917141" y="571348"/>
                    </a:cubicBezTo>
                    <a:cubicBezTo>
                      <a:pt x="788871" y="681838"/>
                      <a:pt x="529791" y="971398"/>
                      <a:pt x="472641" y="977748"/>
                    </a:cubicBezTo>
                    <a:cubicBezTo>
                      <a:pt x="459941" y="979018"/>
                      <a:pt x="451051" y="970128"/>
                      <a:pt x="447241" y="962508"/>
                    </a:cubicBezTo>
                    <a:cubicBezTo>
                      <a:pt x="444701" y="956158"/>
                      <a:pt x="444701" y="945998"/>
                      <a:pt x="452321" y="934568"/>
                    </a:cubicBezTo>
                    <a:cubicBezTo>
                      <a:pt x="480261" y="891388"/>
                      <a:pt x="655521" y="796138"/>
                      <a:pt x="768551" y="705968"/>
                    </a:cubicBezTo>
                    <a:cubicBezTo>
                      <a:pt x="910791" y="591668"/>
                      <a:pt x="1166061" y="314808"/>
                      <a:pt x="1233371" y="294488"/>
                    </a:cubicBezTo>
                    <a:cubicBezTo>
                      <a:pt x="1249881" y="289408"/>
                      <a:pt x="1261311" y="291948"/>
                      <a:pt x="1267661" y="298298"/>
                    </a:cubicBezTo>
                    <a:cubicBezTo>
                      <a:pt x="1272741" y="304648"/>
                      <a:pt x="1274011" y="318618"/>
                      <a:pt x="1267661" y="331318"/>
                    </a:cubicBezTo>
                    <a:cubicBezTo>
                      <a:pt x="1246071" y="375768"/>
                      <a:pt x="1080971" y="472288"/>
                      <a:pt x="999691" y="540868"/>
                    </a:cubicBezTo>
                    <a:cubicBezTo>
                      <a:pt x="929841" y="600558"/>
                      <a:pt x="854911" y="686918"/>
                      <a:pt x="806651" y="717398"/>
                    </a:cubicBezTo>
                    <a:cubicBezTo>
                      <a:pt x="782521" y="732638"/>
                      <a:pt x="758391" y="744068"/>
                      <a:pt x="744421" y="740258"/>
                    </a:cubicBezTo>
                    <a:cubicBezTo>
                      <a:pt x="736801" y="738988"/>
                      <a:pt x="730451" y="730098"/>
                      <a:pt x="729181" y="723748"/>
                    </a:cubicBezTo>
                    <a:cubicBezTo>
                      <a:pt x="726641" y="717398"/>
                      <a:pt x="727911" y="711048"/>
                      <a:pt x="734261" y="700888"/>
                    </a:cubicBezTo>
                    <a:cubicBezTo>
                      <a:pt x="759661" y="658978"/>
                      <a:pt x="924761" y="551028"/>
                      <a:pt x="1036521" y="455778"/>
                    </a:cubicBezTo>
                    <a:cubicBezTo>
                      <a:pt x="1182571" y="330048"/>
                      <a:pt x="1459431" y="25248"/>
                      <a:pt x="1533091" y="4928"/>
                    </a:cubicBezTo>
                    <a:cubicBezTo>
                      <a:pt x="1550871" y="-152"/>
                      <a:pt x="1564841" y="4928"/>
                      <a:pt x="1569921" y="12548"/>
                    </a:cubicBezTo>
                    <a:cubicBezTo>
                      <a:pt x="1575001" y="18898"/>
                      <a:pt x="1572461" y="31598"/>
                      <a:pt x="1563571" y="45568"/>
                    </a:cubicBezTo>
                    <a:cubicBezTo>
                      <a:pt x="1526741" y="105258"/>
                      <a:pt x="1248611" y="275438"/>
                      <a:pt x="1096211" y="393548"/>
                    </a:cubicBezTo>
                    <a:cubicBezTo>
                      <a:pt x="943811" y="510388"/>
                      <a:pt x="796491" y="629768"/>
                      <a:pt x="650441" y="751688"/>
                    </a:cubicBezTo>
                    <a:cubicBezTo>
                      <a:pt x="503121" y="874878"/>
                      <a:pt x="324051" y="1019658"/>
                      <a:pt x="213561" y="1128878"/>
                    </a:cubicBezTo>
                    <a:cubicBezTo>
                      <a:pt x="138631" y="1203808"/>
                      <a:pt x="78941" y="1318108"/>
                      <a:pt x="38301" y="1330808"/>
                    </a:cubicBezTo>
                    <a:cubicBezTo>
                      <a:pt x="24331" y="1335888"/>
                      <a:pt x="6551" y="1328268"/>
                      <a:pt x="1471" y="1320648"/>
                    </a:cubicBezTo>
                    <a:cubicBezTo>
                      <a:pt x="-2339" y="1314298"/>
                      <a:pt x="1471" y="1300328"/>
                      <a:pt x="10361" y="1288898"/>
                    </a:cubicBezTo>
                    <a:cubicBezTo>
                      <a:pt x="29411" y="1262228"/>
                      <a:pt x="92911" y="1239368"/>
                      <a:pt x="155141" y="1194918"/>
                    </a:cubicBezTo>
                    <a:cubicBezTo>
                      <a:pt x="277061" y="1109828"/>
                      <a:pt x="509471" y="932028"/>
                      <a:pt x="682191" y="793598"/>
                    </a:cubicBezTo>
                    <a:cubicBezTo>
                      <a:pt x="858721" y="652628"/>
                      <a:pt x="1143201" y="365608"/>
                      <a:pt x="1202891" y="357988"/>
                    </a:cubicBezTo>
                    <a:cubicBezTo>
                      <a:pt x="1213051" y="356718"/>
                      <a:pt x="1219401" y="361798"/>
                      <a:pt x="1224481" y="368148"/>
                    </a:cubicBezTo>
                    <a:cubicBezTo>
                      <a:pt x="1228291" y="373228"/>
                      <a:pt x="1229561" y="384658"/>
                      <a:pt x="1228291" y="391008"/>
                    </a:cubicBezTo>
                    <a:cubicBezTo>
                      <a:pt x="1225751" y="397358"/>
                      <a:pt x="1220671" y="402438"/>
                      <a:pt x="1210511" y="407518"/>
                    </a:cubicBezTo>
                    <a:cubicBezTo>
                      <a:pt x="1181301" y="422758"/>
                      <a:pt x="1072081" y="424028"/>
                      <a:pt x="1013661" y="440538"/>
                    </a:cubicBezTo>
                    <a:cubicBezTo>
                      <a:pt x="961591" y="453238"/>
                      <a:pt x="931111" y="468478"/>
                      <a:pt x="872691" y="491338"/>
                    </a:cubicBezTo>
                    <a:cubicBezTo>
                      <a:pt x="769821" y="533248"/>
                      <a:pt x="571701" y="620878"/>
                      <a:pt x="454861" y="678028"/>
                    </a:cubicBezTo>
                    <a:cubicBezTo>
                      <a:pt x="367231" y="719938"/>
                      <a:pt x="271981" y="794868"/>
                      <a:pt x="228801" y="797408"/>
                    </a:cubicBezTo>
                    <a:cubicBezTo>
                      <a:pt x="212291" y="797408"/>
                      <a:pt x="197051" y="789788"/>
                      <a:pt x="194511" y="782168"/>
                    </a:cubicBezTo>
                    <a:cubicBezTo>
                      <a:pt x="190701" y="774548"/>
                      <a:pt x="207211" y="751688"/>
                      <a:pt x="207211" y="751688"/>
                    </a:cubicBezTo>
                  </a:path>
                </a:pathLst>
              </a:custGeom>
              <a:solidFill>
                <a:srgbClr val="000000"/>
              </a:solidFill>
              <a:ln cap="sq">
                <a:noFill/>
                <a:prstDash val="solid"/>
                <a:miter/>
              </a:ln>
            </p:spPr>
          </p:sp>
        </p:grpSp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350602" cy="2350602"/>
            </a:xfrm>
            <a:custGeom>
              <a:avLst/>
              <a:gdLst/>
              <a:ahLst/>
              <a:cxnLst/>
              <a:rect r="r" b="b" t="t" l="l"/>
              <a:pathLst>
                <a:path h="2350602" w="2350602">
                  <a:moveTo>
                    <a:pt x="0" y="0"/>
                  </a:moveTo>
                  <a:lnTo>
                    <a:pt x="2350602" y="0"/>
                  </a:lnTo>
                  <a:lnTo>
                    <a:pt x="2350602" y="2350602"/>
                  </a:lnTo>
                  <a:lnTo>
                    <a:pt x="0" y="23506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  <a:ln w="114300" cap="sq">
              <a:solidFill>
                <a:srgbClr val="000000"/>
              </a:solidFill>
              <a:prstDash val="solid"/>
              <a:miter/>
            </a:ln>
          </p:spPr>
        </p:sp>
        <p:grpSp>
          <p:nvGrpSpPr>
            <p:cNvPr name="Group 33" id="33"/>
            <p:cNvGrpSpPr/>
            <p:nvPr/>
          </p:nvGrpSpPr>
          <p:grpSpPr>
            <a:xfrm rot="0">
              <a:off x="181374" y="1668522"/>
              <a:ext cx="740752" cy="614741"/>
              <a:chOff x="0" y="0"/>
              <a:chExt cx="2948940" cy="244729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49823" y="41886"/>
                <a:ext cx="2850736" cy="2355467"/>
              </a:xfrm>
              <a:custGeom>
                <a:avLst/>
                <a:gdLst/>
                <a:ahLst/>
                <a:cxnLst/>
                <a:rect r="r" b="b" t="t" l="l"/>
                <a:pathLst>
                  <a:path h="2355467" w="2850736">
                    <a:moveTo>
                      <a:pt x="1607527" y="1041424"/>
                    </a:moveTo>
                    <a:cubicBezTo>
                      <a:pt x="1323047" y="1214144"/>
                      <a:pt x="1237957" y="1268754"/>
                      <a:pt x="1166837" y="1328444"/>
                    </a:cubicBezTo>
                    <a:cubicBezTo>
                      <a:pt x="1096987" y="1386864"/>
                      <a:pt x="1027137" y="1527834"/>
                      <a:pt x="972527" y="1520214"/>
                    </a:cubicBezTo>
                    <a:cubicBezTo>
                      <a:pt x="917917" y="1512594"/>
                      <a:pt x="821397" y="1343684"/>
                      <a:pt x="839177" y="1280184"/>
                    </a:cubicBezTo>
                    <a:cubicBezTo>
                      <a:pt x="856957" y="1212874"/>
                      <a:pt x="1009357" y="1188744"/>
                      <a:pt x="1094447" y="1131594"/>
                    </a:cubicBezTo>
                    <a:cubicBezTo>
                      <a:pt x="1188427" y="1069364"/>
                      <a:pt x="1293837" y="986814"/>
                      <a:pt x="1378927" y="916964"/>
                    </a:cubicBezTo>
                    <a:cubicBezTo>
                      <a:pt x="1452587" y="857274"/>
                      <a:pt x="1523707" y="730274"/>
                      <a:pt x="1577047" y="742974"/>
                    </a:cubicBezTo>
                    <a:cubicBezTo>
                      <a:pt x="1638007" y="755674"/>
                      <a:pt x="1743417" y="991894"/>
                      <a:pt x="1711667" y="1046504"/>
                    </a:cubicBezTo>
                    <a:cubicBezTo>
                      <a:pt x="1684997" y="1096034"/>
                      <a:pt x="1544027" y="1060474"/>
                      <a:pt x="1442427" y="1080794"/>
                    </a:cubicBezTo>
                    <a:cubicBezTo>
                      <a:pt x="1311617" y="1107464"/>
                      <a:pt x="1155407" y="1149374"/>
                      <a:pt x="991577" y="1205254"/>
                    </a:cubicBezTo>
                    <a:cubicBezTo>
                      <a:pt x="785837" y="1276374"/>
                      <a:pt x="444207" y="1465604"/>
                      <a:pt x="307047" y="1491004"/>
                    </a:cubicBezTo>
                    <a:cubicBezTo>
                      <a:pt x="252437" y="1501164"/>
                      <a:pt x="218147" y="1493544"/>
                      <a:pt x="186397" y="1487194"/>
                    </a:cubicBezTo>
                    <a:cubicBezTo>
                      <a:pt x="163537" y="1482114"/>
                      <a:pt x="149567" y="1475764"/>
                      <a:pt x="129247" y="1463064"/>
                    </a:cubicBezTo>
                    <a:cubicBezTo>
                      <a:pt x="101307" y="1445284"/>
                      <a:pt x="60667" y="1407184"/>
                      <a:pt x="40347" y="1380514"/>
                    </a:cubicBezTo>
                    <a:cubicBezTo>
                      <a:pt x="26377" y="1361464"/>
                      <a:pt x="20027" y="1347494"/>
                      <a:pt x="13677" y="1325904"/>
                    </a:cubicBezTo>
                    <a:cubicBezTo>
                      <a:pt x="4787" y="1294154"/>
                      <a:pt x="-293" y="1237004"/>
                      <a:pt x="2247" y="1203984"/>
                    </a:cubicBezTo>
                    <a:cubicBezTo>
                      <a:pt x="4787" y="1181124"/>
                      <a:pt x="8597" y="1165884"/>
                      <a:pt x="18757" y="1145564"/>
                    </a:cubicBezTo>
                    <a:cubicBezTo>
                      <a:pt x="33997" y="1115084"/>
                      <a:pt x="67017" y="1070634"/>
                      <a:pt x="91147" y="1047774"/>
                    </a:cubicBezTo>
                    <a:cubicBezTo>
                      <a:pt x="107657" y="1031264"/>
                      <a:pt x="115277" y="1026184"/>
                      <a:pt x="141947" y="1013484"/>
                    </a:cubicBezTo>
                    <a:cubicBezTo>
                      <a:pt x="216877" y="979194"/>
                      <a:pt x="427697" y="938554"/>
                      <a:pt x="590257" y="875054"/>
                    </a:cubicBezTo>
                    <a:cubicBezTo>
                      <a:pt x="798537" y="793774"/>
                      <a:pt x="1175727" y="584224"/>
                      <a:pt x="1279867" y="542314"/>
                    </a:cubicBezTo>
                    <a:cubicBezTo>
                      <a:pt x="1309077" y="530884"/>
                      <a:pt x="1315427" y="527074"/>
                      <a:pt x="1338287" y="524534"/>
                    </a:cubicBezTo>
                    <a:cubicBezTo>
                      <a:pt x="1371307" y="520724"/>
                      <a:pt x="1422107" y="519454"/>
                      <a:pt x="1458937" y="532154"/>
                    </a:cubicBezTo>
                    <a:cubicBezTo>
                      <a:pt x="1497037" y="543584"/>
                      <a:pt x="1538947" y="572794"/>
                      <a:pt x="1563077" y="594384"/>
                    </a:cubicBezTo>
                    <a:cubicBezTo>
                      <a:pt x="1580857" y="609624"/>
                      <a:pt x="1591017" y="622324"/>
                      <a:pt x="1601177" y="642644"/>
                    </a:cubicBezTo>
                    <a:cubicBezTo>
                      <a:pt x="1616417" y="671854"/>
                      <a:pt x="1635467" y="718844"/>
                      <a:pt x="1638007" y="758214"/>
                    </a:cubicBezTo>
                    <a:cubicBezTo>
                      <a:pt x="1640547" y="797584"/>
                      <a:pt x="1627847" y="847114"/>
                      <a:pt x="1615147" y="877594"/>
                    </a:cubicBezTo>
                    <a:cubicBezTo>
                      <a:pt x="1607527" y="900454"/>
                      <a:pt x="1599907" y="913154"/>
                      <a:pt x="1584667" y="930934"/>
                    </a:cubicBezTo>
                    <a:cubicBezTo>
                      <a:pt x="1561807" y="955064"/>
                      <a:pt x="1531327" y="977924"/>
                      <a:pt x="1488147" y="1005864"/>
                    </a:cubicBezTo>
                    <a:cubicBezTo>
                      <a:pt x="1414487" y="1052854"/>
                      <a:pt x="1269707" y="1129054"/>
                      <a:pt x="1168107" y="1172234"/>
                    </a:cubicBezTo>
                    <a:cubicBezTo>
                      <a:pt x="1079207" y="1209064"/>
                      <a:pt x="1001737" y="1231924"/>
                      <a:pt x="914107" y="1256054"/>
                    </a:cubicBezTo>
                    <a:cubicBezTo>
                      <a:pt x="821397" y="1281454"/>
                      <a:pt x="721067" y="1319554"/>
                      <a:pt x="625817" y="1320824"/>
                    </a:cubicBezTo>
                    <a:cubicBezTo>
                      <a:pt x="530567" y="1323364"/>
                      <a:pt x="411187" y="1322094"/>
                      <a:pt x="342607" y="1267484"/>
                    </a:cubicBezTo>
                    <a:cubicBezTo>
                      <a:pt x="271487" y="1210334"/>
                      <a:pt x="215607" y="1074444"/>
                      <a:pt x="216877" y="974114"/>
                    </a:cubicBezTo>
                    <a:cubicBezTo>
                      <a:pt x="219417" y="867434"/>
                      <a:pt x="295617" y="741704"/>
                      <a:pt x="368007" y="647724"/>
                    </a:cubicBezTo>
                    <a:cubicBezTo>
                      <a:pt x="444207" y="549934"/>
                      <a:pt x="564857" y="463574"/>
                      <a:pt x="671537" y="402614"/>
                    </a:cubicBezTo>
                    <a:cubicBezTo>
                      <a:pt x="768057" y="348004"/>
                      <a:pt x="881087" y="312444"/>
                      <a:pt x="976337" y="288314"/>
                    </a:cubicBezTo>
                    <a:cubicBezTo>
                      <a:pt x="1056347" y="267994"/>
                      <a:pt x="1140167" y="247674"/>
                      <a:pt x="1202397" y="255294"/>
                    </a:cubicBezTo>
                    <a:cubicBezTo>
                      <a:pt x="1246847" y="260374"/>
                      <a:pt x="1283677" y="275614"/>
                      <a:pt x="1315427" y="298474"/>
                    </a:cubicBezTo>
                    <a:cubicBezTo>
                      <a:pt x="1347177" y="321334"/>
                      <a:pt x="1377657" y="355624"/>
                      <a:pt x="1395437" y="389914"/>
                    </a:cubicBezTo>
                    <a:cubicBezTo>
                      <a:pt x="1413217" y="425474"/>
                      <a:pt x="1420837" y="476274"/>
                      <a:pt x="1423377" y="509294"/>
                    </a:cubicBezTo>
                    <a:cubicBezTo>
                      <a:pt x="1424647" y="532154"/>
                      <a:pt x="1422107" y="547394"/>
                      <a:pt x="1415757" y="568984"/>
                    </a:cubicBezTo>
                    <a:cubicBezTo>
                      <a:pt x="1405597" y="600734"/>
                      <a:pt x="1384007" y="647724"/>
                      <a:pt x="1357337" y="676934"/>
                    </a:cubicBezTo>
                    <a:cubicBezTo>
                      <a:pt x="1331937" y="706144"/>
                      <a:pt x="1302727" y="725194"/>
                      <a:pt x="1257007" y="744244"/>
                    </a:cubicBezTo>
                    <a:cubicBezTo>
                      <a:pt x="1184617" y="775994"/>
                      <a:pt x="1053807" y="801394"/>
                      <a:pt x="948397" y="811554"/>
                    </a:cubicBezTo>
                    <a:cubicBezTo>
                      <a:pt x="837907" y="821714"/>
                      <a:pt x="704557" y="836954"/>
                      <a:pt x="609307" y="803934"/>
                    </a:cubicBezTo>
                    <a:cubicBezTo>
                      <a:pt x="522947" y="772184"/>
                      <a:pt x="437857" y="713764"/>
                      <a:pt x="392137" y="635024"/>
                    </a:cubicBezTo>
                    <a:cubicBezTo>
                      <a:pt x="340067" y="544854"/>
                      <a:pt x="301967" y="365784"/>
                      <a:pt x="345147" y="275614"/>
                    </a:cubicBezTo>
                    <a:cubicBezTo>
                      <a:pt x="387057" y="187984"/>
                      <a:pt x="536917" y="140994"/>
                      <a:pt x="639787" y="95274"/>
                    </a:cubicBezTo>
                    <a:cubicBezTo>
                      <a:pt x="736307" y="53364"/>
                      <a:pt x="840447" y="22884"/>
                      <a:pt x="939507" y="8914"/>
                    </a:cubicBezTo>
                    <a:cubicBezTo>
                      <a:pt x="1030947" y="-3786"/>
                      <a:pt x="1098257" y="-2516"/>
                      <a:pt x="1212557" y="10184"/>
                    </a:cubicBezTo>
                    <a:cubicBezTo>
                      <a:pt x="1415757" y="34314"/>
                      <a:pt x="1809457" y="172744"/>
                      <a:pt x="2043137" y="204494"/>
                    </a:cubicBezTo>
                    <a:cubicBezTo>
                      <a:pt x="2209507" y="227354"/>
                      <a:pt x="2378417" y="209574"/>
                      <a:pt x="2477477" y="223544"/>
                    </a:cubicBezTo>
                    <a:cubicBezTo>
                      <a:pt x="2529547" y="231164"/>
                      <a:pt x="2565107" y="238784"/>
                      <a:pt x="2595587" y="252754"/>
                    </a:cubicBezTo>
                    <a:cubicBezTo>
                      <a:pt x="2615907" y="262914"/>
                      <a:pt x="2628607" y="271804"/>
                      <a:pt x="2645117" y="288314"/>
                    </a:cubicBezTo>
                    <a:cubicBezTo>
                      <a:pt x="2669247" y="311174"/>
                      <a:pt x="2700997" y="350544"/>
                      <a:pt x="2713697" y="387374"/>
                    </a:cubicBezTo>
                    <a:cubicBezTo>
                      <a:pt x="2727667" y="424204"/>
                      <a:pt x="2734017" y="469924"/>
                      <a:pt x="2728937" y="509294"/>
                    </a:cubicBezTo>
                    <a:cubicBezTo>
                      <a:pt x="2723857" y="547394"/>
                      <a:pt x="2702267" y="594384"/>
                      <a:pt x="2685757" y="622324"/>
                    </a:cubicBezTo>
                    <a:cubicBezTo>
                      <a:pt x="2673057" y="642644"/>
                      <a:pt x="2662897" y="654074"/>
                      <a:pt x="2645117" y="668044"/>
                    </a:cubicBezTo>
                    <a:cubicBezTo>
                      <a:pt x="2618447" y="688364"/>
                      <a:pt x="2584157" y="713764"/>
                      <a:pt x="2537167" y="723924"/>
                    </a:cubicBezTo>
                    <a:cubicBezTo>
                      <a:pt x="2459697" y="741704"/>
                      <a:pt x="2322537" y="748054"/>
                      <a:pt x="2213317" y="713764"/>
                    </a:cubicBezTo>
                    <a:cubicBezTo>
                      <a:pt x="2081237" y="671854"/>
                      <a:pt x="1836127" y="552474"/>
                      <a:pt x="1810727" y="449604"/>
                    </a:cubicBezTo>
                    <a:cubicBezTo>
                      <a:pt x="1790407" y="367054"/>
                      <a:pt x="1885657" y="218464"/>
                      <a:pt x="1961857" y="174014"/>
                    </a:cubicBezTo>
                    <a:cubicBezTo>
                      <a:pt x="2034247" y="130834"/>
                      <a:pt x="2168867" y="140994"/>
                      <a:pt x="2248877" y="172744"/>
                    </a:cubicBezTo>
                    <a:cubicBezTo>
                      <a:pt x="2326347" y="204494"/>
                      <a:pt x="2415247" y="275614"/>
                      <a:pt x="2438107" y="355624"/>
                    </a:cubicBezTo>
                    <a:cubicBezTo>
                      <a:pt x="2464777" y="452144"/>
                      <a:pt x="2408897" y="585494"/>
                      <a:pt x="2337777" y="729004"/>
                    </a:cubicBezTo>
                    <a:cubicBezTo>
                      <a:pt x="2212047" y="976654"/>
                      <a:pt x="1792947" y="1380514"/>
                      <a:pt x="1616417" y="1638324"/>
                    </a:cubicBezTo>
                    <a:cubicBezTo>
                      <a:pt x="1497037" y="1813584"/>
                      <a:pt x="1424647" y="2020594"/>
                      <a:pt x="1347177" y="2100604"/>
                    </a:cubicBezTo>
                    <a:cubicBezTo>
                      <a:pt x="1309077" y="2138704"/>
                      <a:pt x="1274787" y="2152674"/>
                      <a:pt x="1243037" y="2164104"/>
                    </a:cubicBezTo>
                    <a:cubicBezTo>
                      <a:pt x="1221447" y="2172994"/>
                      <a:pt x="1207477" y="2175534"/>
                      <a:pt x="1183347" y="2176804"/>
                    </a:cubicBezTo>
                    <a:cubicBezTo>
                      <a:pt x="1150327" y="2176804"/>
                      <a:pt x="1099527" y="2171724"/>
                      <a:pt x="1063967" y="2155214"/>
                    </a:cubicBezTo>
                    <a:cubicBezTo>
                      <a:pt x="1027137" y="2139974"/>
                      <a:pt x="991577" y="2113304"/>
                      <a:pt x="967447" y="2081554"/>
                    </a:cubicBezTo>
                    <a:cubicBezTo>
                      <a:pt x="942047" y="2051074"/>
                      <a:pt x="924267" y="2004084"/>
                      <a:pt x="915377" y="1972334"/>
                    </a:cubicBezTo>
                    <a:cubicBezTo>
                      <a:pt x="910297" y="1949474"/>
                      <a:pt x="909027" y="1934234"/>
                      <a:pt x="911567" y="1910104"/>
                    </a:cubicBezTo>
                    <a:cubicBezTo>
                      <a:pt x="914107" y="1878354"/>
                      <a:pt x="914107" y="1844064"/>
                      <a:pt x="945857" y="1794534"/>
                    </a:cubicBezTo>
                    <a:cubicBezTo>
                      <a:pt x="1041107" y="1644674"/>
                      <a:pt x="1596097" y="1200174"/>
                      <a:pt x="1781517" y="1054124"/>
                    </a:cubicBezTo>
                    <a:cubicBezTo>
                      <a:pt x="1866607" y="985544"/>
                      <a:pt x="1930107" y="937284"/>
                      <a:pt x="1978367" y="913154"/>
                    </a:cubicBezTo>
                    <a:cubicBezTo>
                      <a:pt x="2002497" y="900454"/>
                      <a:pt x="2012657" y="896644"/>
                      <a:pt x="2036787" y="894104"/>
                    </a:cubicBezTo>
                    <a:cubicBezTo>
                      <a:pt x="2069807" y="890294"/>
                      <a:pt x="2125687" y="892834"/>
                      <a:pt x="2157437" y="900454"/>
                    </a:cubicBezTo>
                    <a:cubicBezTo>
                      <a:pt x="2180297" y="905534"/>
                      <a:pt x="2194267" y="911884"/>
                      <a:pt x="2214587" y="924584"/>
                    </a:cubicBezTo>
                    <a:cubicBezTo>
                      <a:pt x="2241257" y="943634"/>
                      <a:pt x="2281897" y="983004"/>
                      <a:pt x="2300947" y="1009674"/>
                    </a:cubicBezTo>
                    <a:cubicBezTo>
                      <a:pt x="2314917" y="1028724"/>
                      <a:pt x="2321267" y="1042694"/>
                      <a:pt x="2326347" y="1065554"/>
                    </a:cubicBezTo>
                    <a:cubicBezTo>
                      <a:pt x="2335237" y="1097304"/>
                      <a:pt x="2341587" y="1148104"/>
                      <a:pt x="2335237" y="1186204"/>
                    </a:cubicBezTo>
                    <a:cubicBezTo>
                      <a:pt x="2328887" y="1225574"/>
                      <a:pt x="2304757" y="1270024"/>
                      <a:pt x="2286977" y="1297964"/>
                    </a:cubicBezTo>
                    <a:cubicBezTo>
                      <a:pt x="2273007" y="1317014"/>
                      <a:pt x="2260307" y="1318284"/>
                      <a:pt x="2243797" y="1341144"/>
                    </a:cubicBezTo>
                    <a:cubicBezTo>
                      <a:pt x="2201887" y="1398294"/>
                      <a:pt x="2128227" y="1558314"/>
                      <a:pt x="2065997" y="1662454"/>
                    </a:cubicBezTo>
                    <a:cubicBezTo>
                      <a:pt x="2003767" y="1765324"/>
                      <a:pt x="1927567" y="1897404"/>
                      <a:pt x="1867877" y="1960904"/>
                    </a:cubicBezTo>
                    <a:cubicBezTo>
                      <a:pt x="1833587" y="1999004"/>
                      <a:pt x="1809457" y="2020594"/>
                      <a:pt x="1772627" y="2037104"/>
                    </a:cubicBezTo>
                    <a:cubicBezTo>
                      <a:pt x="1737067" y="2053614"/>
                      <a:pt x="1686267" y="2059964"/>
                      <a:pt x="1653247" y="2059964"/>
                    </a:cubicBezTo>
                    <a:cubicBezTo>
                      <a:pt x="1630387" y="2059964"/>
                      <a:pt x="1615147" y="2057424"/>
                      <a:pt x="1593557" y="2049804"/>
                    </a:cubicBezTo>
                    <a:cubicBezTo>
                      <a:pt x="1563077" y="2037104"/>
                      <a:pt x="1513547" y="2009164"/>
                      <a:pt x="1489417" y="1987574"/>
                    </a:cubicBezTo>
                    <a:cubicBezTo>
                      <a:pt x="1471637" y="1971064"/>
                      <a:pt x="1461477" y="1959634"/>
                      <a:pt x="1451317" y="1939314"/>
                    </a:cubicBezTo>
                    <a:cubicBezTo>
                      <a:pt x="1434807" y="1910104"/>
                      <a:pt x="1417027" y="1863114"/>
                      <a:pt x="1414487" y="1823744"/>
                    </a:cubicBezTo>
                    <a:cubicBezTo>
                      <a:pt x="1410677" y="1784374"/>
                      <a:pt x="1423377" y="1734844"/>
                      <a:pt x="1434807" y="1703094"/>
                    </a:cubicBezTo>
                    <a:cubicBezTo>
                      <a:pt x="1443697" y="1681504"/>
                      <a:pt x="1446237" y="1673884"/>
                      <a:pt x="1466557" y="1651024"/>
                    </a:cubicBezTo>
                    <a:cubicBezTo>
                      <a:pt x="1527517" y="1579904"/>
                      <a:pt x="1786597" y="1377974"/>
                      <a:pt x="1914867" y="1282724"/>
                    </a:cubicBezTo>
                    <a:cubicBezTo>
                      <a:pt x="2006307" y="1214144"/>
                      <a:pt x="2099017" y="1151914"/>
                      <a:pt x="2157437" y="1120164"/>
                    </a:cubicBezTo>
                    <a:cubicBezTo>
                      <a:pt x="2187917" y="1103654"/>
                      <a:pt x="2201887" y="1094764"/>
                      <a:pt x="2229827" y="1088414"/>
                    </a:cubicBezTo>
                    <a:cubicBezTo>
                      <a:pt x="2265387" y="1079524"/>
                      <a:pt x="2318727" y="1076984"/>
                      <a:pt x="2351747" y="1082064"/>
                    </a:cubicBezTo>
                    <a:cubicBezTo>
                      <a:pt x="2374607" y="1084604"/>
                      <a:pt x="2391117" y="1090954"/>
                      <a:pt x="2410167" y="1099844"/>
                    </a:cubicBezTo>
                    <a:cubicBezTo>
                      <a:pt x="2427947" y="1108734"/>
                      <a:pt x="2444457" y="1116354"/>
                      <a:pt x="2462237" y="1131594"/>
                    </a:cubicBezTo>
                    <a:cubicBezTo>
                      <a:pt x="2486367" y="1154454"/>
                      <a:pt x="2520657" y="1191284"/>
                      <a:pt x="2537167" y="1228114"/>
                    </a:cubicBezTo>
                    <a:cubicBezTo>
                      <a:pt x="2552407" y="1263674"/>
                      <a:pt x="2561297" y="1308124"/>
                      <a:pt x="2558757" y="1347494"/>
                    </a:cubicBezTo>
                    <a:cubicBezTo>
                      <a:pt x="2556217" y="1386864"/>
                      <a:pt x="2542247" y="1430044"/>
                      <a:pt x="2521927" y="1463064"/>
                    </a:cubicBezTo>
                    <a:cubicBezTo>
                      <a:pt x="2501607" y="1497354"/>
                      <a:pt x="2440647" y="1553234"/>
                      <a:pt x="2435567" y="1549424"/>
                    </a:cubicBezTo>
                    <a:cubicBezTo>
                      <a:pt x="2426677" y="1543074"/>
                      <a:pt x="2547327" y="1319554"/>
                      <a:pt x="2556217" y="1324634"/>
                    </a:cubicBezTo>
                    <a:cubicBezTo>
                      <a:pt x="2568917" y="1328444"/>
                      <a:pt x="2506687" y="1551964"/>
                      <a:pt x="2466047" y="1663724"/>
                    </a:cubicBezTo>
                    <a:cubicBezTo>
                      <a:pt x="2422867" y="1779294"/>
                      <a:pt x="2359367" y="1939314"/>
                      <a:pt x="2302217" y="2007894"/>
                    </a:cubicBezTo>
                    <a:cubicBezTo>
                      <a:pt x="2270467" y="2045994"/>
                      <a:pt x="2239987" y="2063774"/>
                      <a:pt x="2204427" y="2079014"/>
                    </a:cubicBezTo>
                    <a:cubicBezTo>
                      <a:pt x="2167597" y="2094254"/>
                      <a:pt x="2116797" y="2098064"/>
                      <a:pt x="2083777" y="2096794"/>
                    </a:cubicBezTo>
                    <a:cubicBezTo>
                      <a:pt x="2060917" y="2096794"/>
                      <a:pt x="2045677" y="2092984"/>
                      <a:pt x="2024087" y="2084094"/>
                    </a:cubicBezTo>
                    <a:cubicBezTo>
                      <a:pt x="1993607" y="2071394"/>
                      <a:pt x="1946617" y="2040914"/>
                      <a:pt x="1922487" y="2018054"/>
                    </a:cubicBezTo>
                    <a:cubicBezTo>
                      <a:pt x="1904707" y="2001544"/>
                      <a:pt x="1895817" y="1990114"/>
                      <a:pt x="1885657" y="1968524"/>
                    </a:cubicBezTo>
                    <a:cubicBezTo>
                      <a:pt x="1871687" y="1938044"/>
                      <a:pt x="1855177" y="1891054"/>
                      <a:pt x="1853907" y="1851684"/>
                    </a:cubicBezTo>
                    <a:cubicBezTo>
                      <a:pt x="1852637" y="1812314"/>
                      <a:pt x="1857717" y="1772944"/>
                      <a:pt x="1879307" y="1732304"/>
                    </a:cubicBezTo>
                    <a:cubicBezTo>
                      <a:pt x="1911057" y="1672614"/>
                      <a:pt x="1975827" y="1596414"/>
                      <a:pt x="2060917" y="1548154"/>
                    </a:cubicBezTo>
                    <a:cubicBezTo>
                      <a:pt x="2181567" y="1478304"/>
                      <a:pt x="2481287" y="1366544"/>
                      <a:pt x="2573997" y="1422424"/>
                    </a:cubicBezTo>
                    <a:cubicBezTo>
                      <a:pt x="2642577" y="1463064"/>
                      <a:pt x="2654007" y="1619274"/>
                      <a:pt x="2645117" y="1709444"/>
                    </a:cubicBezTo>
                    <a:cubicBezTo>
                      <a:pt x="2638767" y="1794534"/>
                      <a:pt x="2577807" y="1872004"/>
                      <a:pt x="2538437" y="1949474"/>
                    </a:cubicBezTo>
                    <a:cubicBezTo>
                      <a:pt x="2500337" y="2028214"/>
                      <a:pt x="2448267" y="2118384"/>
                      <a:pt x="2413977" y="2176804"/>
                    </a:cubicBezTo>
                    <a:cubicBezTo>
                      <a:pt x="2392387" y="2214904"/>
                      <a:pt x="2375877" y="2244114"/>
                      <a:pt x="2356827" y="2268244"/>
                    </a:cubicBezTo>
                    <a:cubicBezTo>
                      <a:pt x="2341587" y="2286024"/>
                      <a:pt x="2331427" y="2297454"/>
                      <a:pt x="2311107" y="2308884"/>
                    </a:cubicBezTo>
                    <a:cubicBezTo>
                      <a:pt x="2283167" y="2326664"/>
                      <a:pt x="2237447" y="2348254"/>
                      <a:pt x="2198077" y="2353334"/>
                    </a:cubicBezTo>
                    <a:cubicBezTo>
                      <a:pt x="2159977" y="2359684"/>
                      <a:pt x="2109177" y="2350794"/>
                      <a:pt x="2077427" y="2340634"/>
                    </a:cubicBezTo>
                    <a:cubicBezTo>
                      <a:pt x="2054567" y="2334284"/>
                      <a:pt x="2039327" y="2324124"/>
                      <a:pt x="2022817" y="2312694"/>
                    </a:cubicBezTo>
                    <a:cubicBezTo>
                      <a:pt x="2006307" y="2302534"/>
                      <a:pt x="1991067" y="2291104"/>
                      <a:pt x="1977097" y="2273324"/>
                    </a:cubicBezTo>
                    <a:cubicBezTo>
                      <a:pt x="1955507" y="2247924"/>
                      <a:pt x="1928837" y="2204744"/>
                      <a:pt x="1918677" y="2166644"/>
                    </a:cubicBezTo>
                    <a:cubicBezTo>
                      <a:pt x="1908517" y="2128544"/>
                      <a:pt x="1911057" y="2077744"/>
                      <a:pt x="1917407" y="2044724"/>
                    </a:cubicBezTo>
                    <a:cubicBezTo>
                      <a:pt x="1921217" y="2021864"/>
                      <a:pt x="1923757" y="2011704"/>
                      <a:pt x="1937727" y="1987574"/>
                    </a:cubicBezTo>
                    <a:cubicBezTo>
                      <a:pt x="1969477" y="1931694"/>
                      <a:pt x="2068537" y="1814854"/>
                      <a:pt x="2135847" y="1738654"/>
                    </a:cubicBezTo>
                    <a:cubicBezTo>
                      <a:pt x="2199347" y="1666264"/>
                      <a:pt x="2250147" y="1586254"/>
                      <a:pt x="2331427" y="1539264"/>
                    </a:cubicBezTo>
                    <a:cubicBezTo>
                      <a:pt x="2421597" y="1487194"/>
                      <a:pt x="2571457" y="1427504"/>
                      <a:pt x="2660357" y="1452904"/>
                    </a:cubicBezTo>
                    <a:cubicBezTo>
                      <a:pt x="2739097" y="1475764"/>
                      <a:pt x="2827997" y="1574824"/>
                      <a:pt x="2847047" y="1651024"/>
                    </a:cubicBezTo>
                    <a:cubicBezTo>
                      <a:pt x="2866097" y="1724684"/>
                      <a:pt x="2806407" y="1832634"/>
                      <a:pt x="2781007" y="1901214"/>
                    </a:cubicBezTo>
                    <a:cubicBezTo>
                      <a:pt x="2761957" y="1952014"/>
                      <a:pt x="2746717" y="1993924"/>
                      <a:pt x="2720047" y="2029484"/>
                    </a:cubicBezTo>
                    <a:cubicBezTo>
                      <a:pt x="2695917" y="2063774"/>
                      <a:pt x="2666707" y="2094254"/>
                      <a:pt x="2632417" y="2114574"/>
                    </a:cubicBezTo>
                    <a:cubicBezTo>
                      <a:pt x="2598127" y="2133624"/>
                      <a:pt x="2554947" y="2146324"/>
                      <a:pt x="2515577" y="2147594"/>
                    </a:cubicBezTo>
                    <a:cubicBezTo>
                      <a:pt x="2476207" y="2148864"/>
                      <a:pt x="2431757" y="2139974"/>
                      <a:pt x="2396197" y="2123464"/>
                    </a:cubicBezTo>
                    <a:cubicBezTo>
                      <a:pt x="2360637" y="2106954"/>
                      <a:pt x="2326347" y="2077744"/>
                      <a:pt x="2302217" y="2045994"/>
                    </a:cubicBezTo>
                    <a:cubicBezTo>
                      <a:pt x="2278087" y="2015514"/>
                      <a:pt x="2262847" y="1978684"/>
                      <a:pt x="2253957" y="1934234"/>
                    </a:cubicBezTo>
                    <a:cubicBezTo>
                      <a:pt x="2245067" y="1879624"/>
                      <a:pt x="2250147" y="1789454"/>
                      <a:pt x="2262847" y="1741194"/>
                    </a:cubicBezTo>
                    <a:cubicBezTo>
                      <a:pt x="2270467" y="1709444"/>
                      <a:pt x="2284437" y="1689124"/>
                      <a:pt x="2299677" y="1667534"/>
                    </a:cubicBezTo>
                    <a:cubicBezTo>
                      <a:pt x="2316187" y="1645944"/>
                      <a:pt x="2336507" y="1625624"/>
                      <a:pt x="2359367" y="1610384"/>
                    </a:cubicBezTo>
                    <a:cubicBezTo>
                      <a:pt x="2380957" y="1595144"/>
                      <a:pt x="2407627" y="1582444"/>
                      <a:pt x="2433027" y="1576094"/>
                    </a:cubicBezTo>
                    <a:cubicBezTo>
                      <a:pt x="2459697" y="1568474"/>
                      <a:pt x="2487637" y="1564664"/>
                      <a:pt x="2515577" y="1565934"/>
                    </a:cubicBezTo>
                    <a:cubicBezTo>
                      <a:pt x="2542247" y="1567204"/>
                      <a:pt x="2570187" y="1573554"/>
                      <a:pt x="2595587" y="1582444"/>
                    </a:cubicBezTo>
                    <a:cubicBezTo>
                      <a:pt x="2620987" y="1592604"/>
                      <a:pt x="2645117" y="1606574"/>
                      <a:pt x="2666707" y="1624354"/>
                    </a:cubicBezTo>
                    <a:cubicBezTo>
                      <a:pt x="2687027" y="1642134"/>
                      <a:pt x="2706077" y="1663724"/>
                      <a:pt x="2720047" y="1686584"/>
                    </a:cubicBezTo>
                    <a:cubicBezTo>
                      <a:pt x="2734017" y="1709444"/>
                      <a:pt x="2745447" y="1736114"/>
                      <a:pt x="2751797" y="1762784"/>
                    </a:cubicBezTo>
                    <a:cubicBezTo>
                      <a:pt x="2758147" y="1789454"/>
                      <a:pt x="2759417" y="1817394"/>
                      <a:pt x="2756877" y="1844064"/>
                    </a:cubicBezTo>
                    <a:cubicBezTo>
                      <a:pt x="2754337" y="1872004"/>
                      <a:pt x="2746717" y="1899944"/>
                      <a:pt x="2735287" y="1924074"/>
                    </a:cubicBezTo>
                    <a:cubicBezTo>
                      <a:pt x="2723857" y="1948204"/>
                      <a:pt x="2708617" y="1972334"/>
                      <a:pt x="2689567" y="1992654"/>
                    </a:cubicBezTo>
                    <a:cubicBezTo>
                      <a:pt x="2671787" y="2011704"/>
                      <a:pt x="2648927" y="2029484"/>
                      <a:pt x="2624797" y="2043454"/>
                    </a:cubicBezTo>
                    <a:cubicBezTo>
                      <a:pt x="2601937" y="2056154"/>
                      <a:pt x="2573997" y="2065044"/>
                      <a:pt x="2547327" y="2070124"/>
                    </a:cubicBezTo>
                    <a:cubicBezTo>
                      <a:pt x="2520657" y="2073934"/>
                      <a:pt x="2491447" y="2075204"/>
                      <a:pt x="2464777" y="2070124"/>
                    </a:cubicBezTo>
                    <a:cubicBezTo>
                      <a:pt x="2438107" y="2066314"/>
                      <a:pt x="2411437" y="2057424"/>
                      <a:pt x="2387307" y="2044724"/>
                    </a:cubicBezTo>
                    <a:cubicBezTo>
                      <a:pt x="2363177" y="2033294"/>
                      <a:pt x="2340317" y="2015514"/>
                      <a:pt x="2321267" y="1996464"/>
                    </a:cubicBezTo>
                    <a:cubicBezTo>
                      <a:pt x="2302217" y="1976144"/>
                      <a:pt x="2285707" y="1953284"/>
                      <a:pt x="2274277" y="1927884"/>
                    </a:cubicBezTo>
                    <a:cubicBezTo>
                      <a:pt x="2262847" y="1903754"/>
                      <a:pt x="2255227" y="1875814"/>
                      <a:pt x="2251417" y="1849144"/>
                    </a:cubicBezTo>
                    <a:cubicBezTo>
                      <a:pt x="2248877" y="1822474"/>
                      <a:pt x="2250147" y="1793264"/>
                      <a:pt x="2255227" y="1767864"/>
                    </a:cubicBezTo>
                    <a:cubicBezTo>
                      <a:pt x="2260307" y="1741194"/>
                      <a:pt x="2271737" y="1714524"/>
                      <a:pt x="2284437" y="1690394"/>
                    </a:cubicBezTo>
                    <a:cubicBezTo>
                      <a:pt x="2298407" y="1667534"/>
                      <a:pt x="2317457" y="1644674"/>
                      <a:pt x="2337777" y="1628164"/>
                    </a:cubicBezTo>
                    <a:cubicBezTo>
                      <a:pt x="2358097" y="1610384"/>
                      <a:pt x="2382227" y="1595144"/>
                      <a:pt x="2407627" y="1584984"/>
                    </a:cubicBezTo>
                    <a:cubicBezTo>
                      <a:pt x="2433027" y="1574824"/>
                      <a:pt x="2460967" y="1567204"/>
                      <a:pt x="2487637" y="1565934"/>
                    </a:cubicBezTo>
                    <a:cubicBezTo>
                      <a:pt x="2514307" y="1564664"/>
                      <a:pt x="2543517" y="1567204"/>
                      <a:pt x="2568917" y="1574824"/>
                    </a:cubicBezTo>
                    <a:cubicBezTo>
                      <a:pt x="2595587" y="1581174"/>
                      <a:pt x="2622257" y="1592604"/>
                      <a:pt x="2643847" y="1607844"/>
                    </a:cubicBezTo>
                    <a:cubicBezTo>
                      <a:pt x="2666707" y="1623084"/>
                      <a:pt x="2688297" y="1642134"/>
                      <a:pt x="2704807" y="1663724"/>
                    </a:cubicBezTo>
                    <a:cubicBezTo>
                      <a:pt x="2721317" y="1685314"/>
                      <a:pt x="2735287" y="1710714"/>
                      <a:pt x="2744177" y="1736114"/>
                    </a:cubicBezTo>
                    <a:cubicBezTo>
                      <a:pt x="2753067" y="1761514"/>
                      <a:pt x="2756877" y="1785644"/>
                      <a:pt x="2758147" y="1817394"/>
                    </a:cubicBezTo>
                    <a:cubicBezTo>
                      <a:pt x="2760687" y="1860574"/>
                      <a:pt x="2760687" y="1929154"/>
                      <a:pt x="2746717" y="1974874"/>
                    </a:cubicBezTo>
                    <a:cubicBezTo>
                      <a:pt x="2732747" y="2014244"/>
                      <a:pt x="2709887" y="2049804"/>
                      <a:pt x="2680677" y="2077744"/>
                    </a:cubicBezTo>
                    <a:cubicBezTo>
                      <a:pt x="2652737" y="2104414"/>
                      <a:pt x="2607017" y="2127274"/>
                      <a:pt x="2576537" y="2137434"/>
                    </a:cubicBezTo>
                    <a:cubicBezTo>
                      <a:pt x="2553677" y="2146324"/>
                      <a:pt x="2538437" y="2148864"/>
                      <a:pt x="2515577" y="2147594"/>
                    </a:cubicBezTo>
                    <a:cubicBezTo>
                      <a:pt x="2482557" y="2147594"/>
                      <a:pt x="2431757" y="2139974"/>
                      <a:pt x="2396197" y="2123464"/>
                    </a:cubicBezTo>
                    <a:cubicBezTo>
                      <a:pt x="2360637" y="2106954"/>
                      <a:pt x="2323807" y="2071394"/>
                      <a:pt x="2302217" y="2045994"/>
                    </a:cubicBezTo>
                    <a:cubicBezTo>
                      <a:pt x="2286977" y="2028214"/>
                      <a:pt x="2279357" y="2011704"/>
                      <a:pt x="2271737" y="1993924"/>
                    </a:cubicBezTo>
                    <a:cubicBezTo>
                      <a:pt x="2264117" y="1974874"/>
                      <a:pt x="2256497" y="1958364"/>
                      <a:pt x="2253957" y="1934234"/>
                    </a:cubicBezTo>
                    <a:cubicBezTo>
                      <a:pt x="2251417" y="1901214"/>
                      <a:pt x="2242527" y="1833904"/>
                      <a:pt x="2264117" y="1813584"/>
                    </a:cubicBezTo>
                    <a:cubicBezTo>
                      <a:pt x="2286977" y="1791994"/>
                      <a:pt x="2351747" y="1791994"/>
                      <a:pt x="2392387" y="1812314"/>
                    </a:cubicBezTo>
                    <a:cubicBezTo>
                      <a:pt x="2453347" y="1840254"/>
                      <a:pt x="2567647" y="1952014"/>
                      <a:pt x="2566377" y="2024404"/>
                    </a:cubicBezTo>
                    <a:cubicBezTo>
                      <a:pt x="2565107" y="2103144"/>
                      <a:pt x="2416517" y="2213634"/>
                      <a:pt x="2356827" y="2268244"/>
                    </a:cubicBezTo>
                    <a:cubicBezTo>
                      <a:pt x="2319997" y="2301264"/>
                      <a:pt x="2294597" y="2324124"/>
                      <a:pt x="2257767" y="2338094"/>
                    </a:cubicBezTo>
                    <a:cubicBezTo>
                      <a:pt x="2220937" y="2353334"/>
                      <a:pt x="2170137" y="2355874"/>
                      <a:pt x="2137117" y="2354604"/>
                    </a:cubicBezTo>
                    <a:cubicBezTo>
                      <a:pt x="2114257" y="2353334"/>
                      <a:pt x="2096477" y="2348254"/>
                      <a:pt x="2077427" y="2340634"/>
                    </a:cubicBezTo>
                    <a:cubicBezTo>
                      <a:pt x="2058377" y="2334284"/>
                      <a:pt x="2041867" y="2327934"/>
                      <a:pt x="2022817" y="2312694"/>
                    </a:cubicBezTo>
                    <a:cubicBezTo>
                      <a:pt x="1996147" y="2293644"/>
                      <a:pt x="1959317" y="2258084"/>
                      <a:pt x="1941537" y="2223794"/>
                    </a:cubicBezTo>
                    <a:cubicBezTo>
                      <a:pt x="1922487" y="2188234"/>
                      <a:pt x="1912327" y="2138704"/>
                      <a:pt x="1909787" y="2105684"/>
                    </a:cubicBezTo>
                    <a:cubicBezTo>
                      <a:pt x="1908517" y="2082824"/>
                      <a:pt x="1909787" y="2068854"/>
                      <a:pt x="1917407" y="2044724"/>
                    </a:cubicBezTo>
                    <a:cubicBezTo>
                      <a:pt x="1927567" y="2005354"/>
                      <a:pt x="1946617" y="1938044"/>
                      <a:pt x="1988527" y="1893594"/>
                    </a:cubicBezTo>
                    <a:cubicBezTo>
                      <a:pt x="2043137" y="1833904"/>
                      <a:pt x="2153627" y="1761514"/>
                      <a:pt x="2247607" y="1743734"/>
                    </a:cubicBezTo>
                    <a:cubicBezTo>
                      <a:pt x="2341587" y="1727224"/>
                      <a:pt x="2544787" y="1755164"/>
                      <a:pt x="2553677" y="1793264"/>
                    </a:cubicBezTo>
                    <a:cubicBezTo>
                      <a:pt x="2562567" y="1828824"/>
                      <a:pt x="2388577" y="1906294"/>
                      <a:pt x="2335237" y="1955824"/>
                    </a:cubicBezTo>
                    <a:cubicBezTo>
                      <a:pt x="2300947" y="1988844"/>
                      <a:pt x="2289517" y="2025674"/>
                      <a:pt x="2257767" y="2049804"/>
                    </a:cubicBezTo>
                    <a:cubicBezTo>
                      <a:pt x="2226017" y="2072664"/>
                      <a:pt x="2177757" y="2089174"/>
                      <a:pt x="2144737" y="2095524"/>
                    </a:cubicBezTo>
                    <a:cubicBezTo>
                      <a:pt x="2121877" y="2100604"/>
                      <a:pt x="2106637" y="2100604"/>
                      <a:pt x="2083777" y="2096794"/>
                    </a:cubicBezTo>
                    <a:cubicBezTo>
                      <a:pt x="2050757" y="2091714"/>
                      <a:pt x="2002497" y="2079014"/>
                      <a:pt x="1969477" y="2057424"/>
                    </a:cubicBezTo>
                    <a:cubicBezTo>
                      <a:pt x="1936457" y="2035834"/>
                      <a:pt x="1904707" y="2002814"/>
                      <a:pt x="1885657" y="1968524"/>
                    </a:cubicBezTo>
                    <a:cubicBezTo>
                      <a:pt x="1866607" y="1934234"/>
                      <a:pt x="1855177" y="1891054"/>
                      <a:pt x="1853907" y="1851684"/>
                    </a:cubicBezTo>
                    <a:cubicBezTo>
                      <a:pt x="1852637" y="1812314"/>
                      <a:pt x="1861527" y="1780564"/>
                      <a:pt x="1879307" y="1732304"/>
                    </a:cubicBezTo>
                    <a:cubicBezTo>
                      <a:pt x="1912327" y="1647214"/>
                      <a:pt x="2016467" y="1504974"/>
                      <a:pt x="2067267" y="1395754"/>
                    </a:cubicBezTo>
                    <a:cubicBezTo>
                      <a:pt x="2111717" y="1299234"/>
                      <a:pt x="2123147" y="1160804"/>
                      <a:pt x="2173947" y="1113814"/>
                    </a:cubicBezTo>
                    <a:cubicBezTo>
                      <a:pt x="2206967" y="1083334"/>
                      <a:pt x="2251417" y="1079524"/>
                      <a:pt x="2290787" y="1076984"/>
                    </a:cubicBezTo>
                    <a:cubicBezTo>
                      <a:pt x="2330157" y="1075714"/>
                      <a:pt x="2374607" y="1083334"/>
                      <a:pt x="2410167" y="1099844"/>
                    </a:cubicBezTo>
                    <a:cubicBezTo>
                      <a:pt x="2445727" y="1116354"/>
                      <a:pt x="2481287" y="1144294"/>
                      <a:pt x="2505417" y="1174774"/>
                    </a:cubicBezTo>
                    <a:cubicBezTo>
                      <a:pt x="2529547" y="1206524"/>
                      <a:pt x="2547327" y="1253514"/>
                      <a:pt x="2554947" y="1286534"/>
                    </a:cubicBezTo>
                    <a:cubicBezTo>
                      <a:pt x="2560027" y="1309394"/>
                      <a:pt x="2561297" y="1324634"/>
                      <a:pt x="2558757" y="1347494"/>
                    </a:cubicBezTo>
                    <a:cubicBezTo>
                      <a:pt x="2553677" y="1380514"/>
                      <a:pt x="2537167" y="1433854"/>
                      <a:pt x="2521927" y="1463064"/>
                    </a:cubicBezTo>
                    <a:cubicBezTo>
                      <a:pt x="2510497" y="1484654"/>
                      <a:pt x="2505417" y="1491004"/>
                      <a:pt x="2483827" y="1511324"/>
                    </a:cubicBezTo>
                    <a:cubicBezTo>
                      <a:pt x="2426677" y="1565934"/>
                      <a:pt x="2242527" y="1678964"/>
                      <a:pt x="2130767" y="1764054"/>
                    </a:cubicBezTo>
                    <a:cubicBezTo>
                      <a:pt x="2024087" y="1844064"/>
                      <a:pt x="1904707" y="1957094"/>
                      <a:pt x="1825967" y="2005354"/>
                    </a:cubicBezTo>
                    <a:cubicBezTo>
                      <a:pt x="1781517" y="2032024"/>
                      <a:pt x="1753577" y="2048534"/>
                      <a:pt x="1715477" y="2056154"/>
                    </a:cubicBezTo>
                    <a:cubicBezTo>
                      <a:pt x="1676107" y="2062504"/>
                      <a:pt x="1625307" y="2057424"/>
                      <a:pt x="1593557" y="2049804"/>
                    </a:cubicBezTo>
                    <a:cubicBezTo>
                      <a:pt x="1570697" y="2043454"/>
                      <a:pt x="1556727" y="2037104"/>
                      <a:pt x="1537677" y="2024404"/>
                    </a:cubicBezTo>
                    <a:cubicBezTo>
                      <a:pt x="1509737" y="2005354"/>
                      <a:pt x="1471637" y="1972334"/>
                      <a:pt x="1451317" y="1939314"/>
                    </a:cubicBezTo>
                    <a:cubicBezTo>
                      <a:pt x="1429727" y="1905024"/>
                      <a:pt x="1417027" y="1863114"/>
                      <a:pt x="1414487" y="1823744"/>
                    </a:cubicBezTo>
                    <a:cubicBezTo>
                      <a:pt x="1410677" y="1784374"/>
                      <a:pt x="1413217" y="1757704"/>
                      <a:pt x="1434807" y="1703094"/>
                    </a:cubicBezTo>
                    <a:cubicBezTo>
                      <a:pt x="1493227" y="1555774"/>
                      <a:pt x="1809457" y="1046504"/>
                      <a:pt x="1926297" y="944904"/>
                    </a:cubicBezTo>
                    <a:cubicBezTo>
                      <a:pt x="1969477" y="908074"/>
                      <a:pt x="1997417" y="901724"/>
                      <a:pt x="2036787" y="894104"/>
                    </a:cubicBezTo>
                    <a:cubicBezTo>
                      <a:pt x="2074887" y="886484"/>
                      <a:pt x="2125687" y="892834"/>
                      <a:pt x="2157437" y="900454"/>
                    </a:cubicBezTo>
                    <a:cubicBezTo>
                      <a:pt x="2180297" y="905534"/>
                      <a:pt x="2194267" y="911884"/>
                      <a:pt x="2214587" y="924584"/>
                    </a:cubicBezTo>
                    <a:cubicBezTo>
                      <a:pt x="2241257" y="943634"/>
                      <a:pt x="2280627" y="976654"/>
                      <a:pt x="2300947" y="1009674"/>
                    </a:cubicBezTo>
                    <a:cubicBezTo>
                      <a:pt x="2321267" y="1042694"/>
                      <a:pt x="2335237" y="1085874"/>
                      <a:pt x="2337777" y="1125244"/>
                    </a:cubicBezTo>
                    <a:cubicBezTo>
                      <a:pt x="2341587" y="1164614"/>
                      <a:pt x="2333967" y="1209064"/>
                      <a:pt x="2317457" y="1244624"/>
                    </a:cubicBezTo>
                    <a:cubicBezTo>
                      <a:pt x="2302217" y="1281454"/>
                      <a:pt x="2281897" y="1303044"/>
                      <a:pt x="2243797" y="1341144"/>
                    </a:cubicBezTo>
                    <a:cubicBezTo>
                      <a:pt x="2163787" y="1423694"/>
                      <a:pt x="1946617" y="1579904"/>
                      <a:pt x="1828507" y="1682774"/>
                    </a:cubicBezTo>
                    <a:cubicBezTo>
                      <a:pt x="1738337" y="1761514"/>
                      <a:pt x="1672297" y="1836444"/>
                      <a:pt x="1594827" y="1899944"/>
                    </a:cubicBezTo>
                    <a:cubicBezTo>
                      <a:pt x="1524977" y="1957094"/>
                      <a:pt x="1437347" y="2005354"/>
                      <a:pt x="1384007" y="2051074"/>
                    </a:cubicBezTo>
                    <a:cubicBezTo>
                      <a:pt x="1347177" y="2082824"/>
                      <a:pt x="1331937" y="2117114"/>
                      <a:pt x="1298917" y="2138704"/>
                    </a:cubicBezTo>
                    <a:cubicBezTo>
                      <a:pt x="1265897" y="2159024"/>
                      <a:pt x="1222717" y="2172994"/>
                      <a:pt x="1183347" y="2176804"/>
                    </a:cubicBezTo>
                    <a:cubicBezTo>
                      <a:pt x="1143977" y="2179344"/>
                      <a:pt x="1099527" y="2171724"/>
                      <a:pt x="1063967" y="2155214"/>
                    </a:cubicBezTo>
                    <a:cubicBezTo>
                      <a:pt x="1027137" y="2139974"/>
                      <a:pt x="991577" y="2113304"/>
                      <a:pt x="967447" y="2081554"/>
                    </a:cubicBezTo>
                    <a:cubicBezTo>
                      <a:pt x="942047" y="2051074"/>
                      <a:pt x="924267" y="2004084"/>
                      <a:pt x="915377" y="1972334"/>
                    </a:cubicBezTo>
                    <a:cubicBezTo>
                      <a:pt x="910297" y="1949474"/>
                      <a:pt x="910297" y="1930424"/>
                      <a:pt x="911567" y="1910104"/>
                    </a:cubicBezTo>
                    <a:cubicBezTo>
                      <a:pt x="911567" y="1891054"/>
                      <a:pt x="912837" y="1877084"/>
                      <a:pt x="921727" y="1850414"/>
                    </a:cubicBezTo>
                    <a:cubicBezTo>
                      <a:pt x="938237" y="1795804"/>
                      <a:pt x="991577" y="1687854"/>
                      <a:pt x="1037297" y="1605304"/>
                    </a:cubicBezTo>
                    <a:cubicBezTo>
                      <a:pt x="1088097" y="1513864"/>
                      <a:pt x="1138897" y="1432584"/>
                      <a:pt x="1215097" y="1327174"/>
                    </a:cubicBezTo>
                    <a:cubicBezTo>
                      <a:pt x="1328127" y="1169694"/>
                      <a:pt x="1524977" y="910614"/>
                      <a:pt x="1667217" y="767104"/>
                    </a:cubicBezTo>
                    <a:cubicBezTo>
                      <a:pt x="1771357" y="662964"/>
                      <a:pt x="1858987" y="563904"/>
                      <a:pt x="1965667" y="524534"/>
                    </a:cubicBezTo>
                    <a:cubicBezTo>
                      <a:pt x="2059647" y="488974"/>
                      <a:pt x="2223477" y="566444"/>
                      <a:pt x="2265387" y="515644"/>
                    </a:cubicBezTo>
                    <a:cubicBezTo>
                      <a:pt x="2307297" y="462304"/>
                      <a:pt x="2165057" y="251484"/>
                      <a:pt x="2205697" y="205764"/>
                    </a:cubicBezTo>
                    <a:cubicBezTo>
                      <a:pt x="2243797" y="162584"/>
                      <a:pt x="2405087" y="212114"/>
                      <a:pt x="2477477" y="223544"/>
                    </a:cubicBezTo>
                    <a:cubicBezTo>
                      <a:pt x="2524467" y="231164"/>
                      <a:pt x="2560027" y="234974"/>
                      <a:pt x="2594317" y="252754"/>
                    </a:cubicBezTo>
                    <a:cubicBezTo>
                      <a:pt x="2629877" y="271804"/>
                      <a:pt x="2665437" y="307364"/>
                      <a:pt x="2685757" y="334034"/>
                    </a:cubicBezTo>
                    <a:cubicBezTo>
                      <a:pt x="2699727" y="351814"/>
                      <a:pt x="2707347" y="369594"/>
                      <a:pt x="2713697" y="387374"/>
                    </a:cubicBezTo>
                    <a:cubicBezTo>
                      <a:pt x="2721317" y="406424"/>
                      <a:pt x="2727667" y="424204"/>
                      <a:pt x="2728937" y="447064"/>
                    </a:cubicBezTo>
                    <a:cubicBezTo>
                      <a:pt x="2731477" y="480084"/>
                      <a:pt x="2727667" y="530884"/>
                      <a:pt x="2713697" y="567714"/>
                    </a:cubicBezTo>
                    <a:cubicBezTo>
                      <a:pt x="2699727" y="604544"/>
                      <a:pt x="2667977" y="645184"/>
                      <a:pt x="2645117" y="668044"/>
                    </a:cubicBezTo>
                    <a:cubicBezTo>
                      <a:pt x="2628607" y="684554"/>
                      <a:pt x="2615907" y="693444"/>
                      <a:pt x="2594317" y="702334"/>
                    </a:cubicBezTo>
                    <a:cubicBezTo>
                      <a:pt x="2563837" y="716304"/>
                      <a:pt x="2527007" y="726464"/>
                      <a:pt x="2476207" y="731544"/>
                    </a:cubicBezTo>
                    <a:cubicBezTo>
                      <a:pt x="2386037" y="741704"/>
                      <a:pt x="2247607" y="739164"/>
                      <a:pt x="2096477" y="721384"/>
                    </a:cubicBezTo>
                    <a:cubicBezTo>
                      <a:pt x="1871687" y="694714"/>
                      <a:pt x="1469097" y="577874"/>
                      <a:pt x="1258277" y="549934"/>
                    </a:cubicBezTo>
                    <a:cubicBezTo>
                      <a:pt x="1133817" y="533424"/>
                      <a:pt x="1052537" y="519454"/>
                      <a:pt x="956017" y="530884"/>
                    </a:cubicBezTo>
                    <a:cubicBezTo>
                      <a:pt x="867117" y="542314"/>
                      <a:pt x="723607" y="638834"/>
                      <a:pt x="700747" y="610894"/>
                    </a:cubicBezTo>
                    <a:cubicBezTo>
                      <a:pt x="675347" y="580414"/>
                      <a:pt x="784567" y="368324"/>
                      <a:pt x="863307" y="309904"/>
                    </a:cubicBezTo>
                    <a:cubicBezTo>
                      <a:pt x="935697" y="256564"/>
                      <a:pt x="1066507" y="256564"/>
                      <a:pt x="1140167" y="254024"/>
                    </a:cubicBezTo>
                    <a:cubicBezTo>
                      <a:pt x="1188427" y="252754"/>
                      <a:pt x="1223987" y="255294"/>
                      <a:pt x="1260817" y="269264"/>
                    </a:cubicBezTo>
                    <a:cubicBezTo>
                      <a:pt x="1297647" y="284504"/>
                      <a:pt x="1337017" y="316254"/>
                      <a:pt x="1361147" y="340384"/>
                    </a:cubicBezTo>
                    <a:cubicBezTo>
                      <a:pt x="1377657" y="356894"/>
                      <a:pt x="1385277" y="372134"/>
                      <a:pt x="1395437" y="389914"/>
                    </a:cubicBezTo>
                    <a:cubicBezTo>
                      <a:pt x="1404327" y="408964"/>
                      <a:pt x="1411947" y="424204"/>
                      <a:pt x="1415757" y="448334"/>
                    </a:cubicBezTo>
                    <a:cubicBezTo>
                      <a:pt x="1422107" y="480084"/>
                      <a:pt x="1424647" y="530884"/>
                      <a:pt x="1415757" y="568984"/>
                    </a:cubicBezTo>
                    <a:cubicBezTo>
                      <a:pt x="1405597" y="607084"/>
                      <a:pt x="1378927" y="650264"/>
                      <a:pt x="1357337" y="676934"/>
                    </a:cubicBezTo>
                    <a:cubicBezTo>
                      <a:pt x="1343367" y="694714"/>
                      <a:pt x="1337017" y="702334"/>
                      <a:pt x="1311617" y="716304"/>
                    </a:cubicBezTo>
                    <a:cubicBezTo>
                      <a:pt x="1244307" y="755674"/>
                      <a:pt x="1006817" y="786154"/>
                      <a:pt x="903947" y="854734"/>
                    </a:cubicBezTo>
                    <a:cubicBezTo>
                      <a:pt x="820127" y="910614"/>
                      <a:pt x="764247" y="1074444"/>
                      <a:pt x="717257" y="1065554"/>
                    </a:cubicBezTo>
                    <a:cubicBezTo>
                      <a:pt x="670267" y="1056664"/>
                      <a:pt x="588987" y="866164"/>
                      <a:pt x="618197" y="807744"/>
                    </a:cubicBezTo>
                    <a:cubicBezTo>
                      <a:pt x="649947" y="744244"/>
                      <a:pt x="826477" y="760754"/>
                      <a:pt x="936967" y="720114"/>
                    </a:cubicBezTo>
                    <a:cubicBezTo>
                      <a:pt x="1065237" y="670584"/>
                      <a:pt x="1241767" y="543584"/>
                      <a:pt x="1338287" y="524534"/>
                    </a:cubicBezTo>
                    <a:cubicBezTo>
                      <a:pt x="1389087" y="514374"/>
                      <a:pt x="1422107" y="519454"/>
                      <a:pt x="1458937" y="530884"/>
                    </a:cubicBezTo>
                    <a:cubicBezTo>
                      <a:pt x="1497037" y="543584"/>
                      <a:pt x="1538947" y="572794"/>
                      <a:pt x="1563077" y="594384"/>
                    </a:cubicBezTo>
                    <a:cubicBezTo>
                      <a:pt x="1580857" y="609624"/>
                      <a:pt x="1591017" y="624864"/>
                      <a:pt x="1601177" y="642644"/>
                    </a:cubicBezTo>
                    <a:cubicBezTo>
                      <a:pt x="1611337" y="660424"/>
                      <a:pt x="1621497" y="675664"/>
                      <a:pt x="1626577" y="698524"/>
                    </a:cubicBezTo>
                    <a:cubicBezTo>
                      <a:pt x="1634197" y="730274"/>
                      <a:pt x="1640547" y="781074"/>
                      <a:pt x="1634197" y="819174"/>
                    </a:cubicBezTo>
                    <a:cubicBezTo>
                      <a:pt x="1626577" y="858544"/>
                      <a:pt x="1608797" y="899184"/>
                      <a:pt x="1584667" y="930934"/>
                    </a:cubicBezTo>
                    <a:cubicBezTo>
                      <a:pt x="1559267" y="961414"/>
                      <a:pt x="1537677" y="975384"/>
                      <a:pt x="1488147" y="1005864"/>
                    </a:cubicBezTo>
                    <a:cubicBezTo>
                      <a:pt x="1362417" y="1083334"/>
                      <a:pt x="986497" y="1266214"/>
                      <a:pt x="770597" y="1350034"/>
                    </a:cubicBezTo>
                    <a:cubicBezTo>
                      <a:pt x="601687" y="1414804"/>
                      <a:pt x="412457" y="1475764"/>
                      <a:pt x="308317" y="1491004"/>
                    </a:cubicBezTo>
                    <a:cubicBezTo>
                      <a:pt x="254977" y="1497354"/>
                      <a:pt x="224497" y="1497354"/>
                      <a:pt x="186397" y="1487194"/>
                    </a:cubicBezTo>
                    <a:cubicBezTo>
                      <a:pt x="148297" y="1477034"/>
                      <a:pt x="105117" y="1449094"/>
                      <a:pt x="79717" y="1427504"/>
                    </a:cubicBezTo>
                    <a:cubicBezTo>
                      <a:pt x="61937" y="1412264"/>
                      <a:pt x="53047" y="1400834"/>
                      <a:pt x="40347" y="1380514"/>
                    </a:cubicBezTo>
                    <a:cubicBezTo>
                      <a:pt x="25107" y="1351304"/>
                      <a:pt x="4787" y="1304314"/>
                      <a:pt x="977" y="1264944"/>
                    </a:cubicBezTo>
                    <a:cubicBezTo>
                      <a:pt x="-2833" y="1226844"/>
                      <a:pt x="4787" y="1181124"/>
                      <a:pt x="18757" y="1145564"/>
                    </a:cubicBezTo>
                    <a:cubicBezTo>
                      <a:pt x="33997" y="1108734"/>
                      <a:pt x="58127" y="1075714"/>
                      <a:pt x="91147" y="1047774"/>
                    </a:cubicBezTo>
                    <a:cubicBezTo>
                      <a:pt x="133057" y="1010944"/>
                      <a:pt x="188937" y="993164"/>
                      <a:pt x="265137" y="957604"/>
                    </a:cubicBezTo>
                    <a:cubicBezTo>
                      <a:pt x="399757" y="895374"/>
                      <a:pt x="684237" y="777264"/>
                      <a:pt x="836637" y="721384"/>
                    </a:cubicBezTo>
                    <a:cubicBezTo>
                      <a:pt x="936967" y="684554"/>
                      <a:pt x="1001737" y="665504"/>
                      <a:pt x="1089367" y="641374"/>
                    </a:cubicBezTo>
                    <a:cubicBezTo>
                      <a:pt x="1184617" y="615974"/>
                      <a:pt x="1274787" y="589304"/>
                      <a:pt x="1386547" y="576604"/>
                    </a:cubicBezTo>
                    <a:cubicBezTo>
                      <a:pt x="1526247" y="558824"/>
                      <a:pt x="1752307" y="504214"/>
                      <a:pt x="1865337" y="562634"/>
                    </a:cubicBezTo>
                    <a:cubicBezTo>
                      <a:pt x="1960587" y="612164"/>
                      <a:pt x="2046947" y="748054"/>
                      <a:pt x="2053297" y="843304"/>
                    </a:cubicBezTo>
                    <a:cubicBezTo>
                      <a:pt x="2058377" y="933474"/>
                      <a:pt x="1978367" y="1040154"/>
                      <a:pt x="1918677" y="1118894"/>
                    </a:cubicBezTo>
                    <a:cubicBezTo>
                      <a:pt x="1858987" y="1196364"/>
                      <a:pt x="1780247" y="1247164"/>
                      <a:pt x="1696427" y="1314474"/>
                    </a:cubicBezTo>
                    <a:cubicBezTo>
                      <a:pt x="1594827" y="1395754"/>
                      <a:pt x="1479257" y="1493544"/>
                      <a:pt x="1352257" y="1569744"/>
                    </a:cubicBezTo>
                    <a:cubicBezTo>
                      <a:pt x="1216367" y="1651024"/>
                      <a:pt x="1049997" y="1772944"/>
                      <a:pt x="903947" y="1783104"/>
                    </a:cubicBezTo>
                    <a:cubicBezTo>
                      <a:pt x="770597" y="1791994"/>
                      <a:pt x="578827" y="1743734"/>
                      <a:pt x="514057" y="1658644"/>
                    </a:cubicBezTo>
                    <a:cubicBezTo>
                      <a:pt x="454367" y="1579904"/>
                      <a:pt x="472147" y="1405914"/>
                      <a:pt x="503897" y="1308124"/>
                    </a:cubicBezTo>
                    <a:cubicBezTo>
                      <a:pt x="530567" y="1225574"/>
                      <a:pt x="602957" y="1168424"/>
                      <a:pt x="662647" y="1103654"/>
                    </a:cubicBezTo>
                    <a:cubicBezTo>
                      <a:pt x="724877" y="1036344"/>
                      <a:pt x="793457" y="976654"/>
                      <a:pt x="869657" y="915694"/>
                    </a:cubicBezTo>
                    <a:cubicBezTo>
                      <a:pt x="952207" y="850924"/>
                      <a:pt x="1055077" y="782344"/>
                      <a:pt x="1141437" y="726464"/>
                    </a:cubicBezTo>
                    <a:cubicBezTo>
                      <a:pt x="1213827" y="679474"/>
                      <a:pt x="1288757" y="629944"/>
                      <a:pt x="1349717" y="603274"/>
                    </a:cubicBezTo>
                    <a:cubicBezTo>
                      <a:pt x="1392897" y="585494"/>
                      <a:pt x="1427187" y="570254"/>
                      <a:pt x="1466557" y="568984"/>
                    </a:cubicBezTo>
                    <a:cubicBezTo>
                      <a:pt x="1505927" y="566444"/>
                      <a:pt x="1550377" y="575334"/>
                      <a:pt x="1585937" y="591844"/>
                    </a:cubicBezTo>
                    <a:cubicBezTo>
                      <a:pt x="1621497" y="608354"/>
                      <a:pt x="1658327" y="642644"/>
                      <a:pt x="1681187" y="668044"/>
                    </a:cubicBezTo>
                    <a:cubicBezTo>
                      <a:pt x="1696427" y="685824"/>
                      <a:pt x="1704047" y="698524"/>
                      <a:pt x="1711667" y="721384"/>
                    </a:cubicBezTo>
                    <a:cubicBezTo>
                      <a:pt x="1723097" y="751864"/>
                      <a:pt x="1733257" y="807744"/>
                      <a:pt x="1731987" y="840764"/>
                    </a:cubicBezTo>
                    <a:cubicBezTo>
                      <a:pt x="1731987" y="863624"/>
                      <a:pt x="1729447" y="878864"/>
                      <a:pt x="1720557" y="900454"/>
                    </a:cubicBezTo>
                    <a:cubicBezTo>
                      <a:pt x="1709127" y="932204"/>
                      <a:pt x="1678647" y="979194"/>
                      <a:pt x="1657057" y="1004594"/>
                    </a:cubicBezTo>
                    <a:cubicBezTo>
                      <a:pt x="1640547" y="1021104"/>
                      <a:pt x="1607527" y="1041424"/>
                      <a:pt x="1607527" y="1041424"/>
                    </a:cubicBezTo>
                  </a:path>
                </a:pathLst>
              </a:custGeom>
              <a:solidFill>
                <a:srgbClr val="000000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35" id="35"/>
            <p:cNvGrpSpPr/>
            <p:nvPr/>
          </p:nvGrpSpPr>
          <p:grpSpPr>
            <a:xfrm rot="0">
              <a:off x="1902457" y="1539002"/>
              <a:ext cx="414719" cy="699280"/>
              <a:chOff x="0" y="0"/>
              <a:chExt cx="1651000" cy="278384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50661" y="50364"/>
                <a:ext cx="1550657" cy="2683650"/>
              </a:xfrm>
              <a:custGeom>
                <a:avLst/>
                <a:gdLst/>
                <a:ahLst/>
                <a:cxnLst/>
                <a:rect r="r" b="b" t="t" l="l"/>
                <a:pathLst>
                  <a:path h="2683650" w="1550657">
                    <a:moveTo>
                      <a:pt x="1533029" y="570666"/>
                    </a:moveTo>
                    <a:cubicBezTo>
                      <a:pt x="1407299" y="883086"/>
                      <a:pt x="1384439" y="954206"/>
                      <a:pt x="1360309" y="1058346"/>
                    </a:cubicBezTo>
                    <a:cubicBezTo>
                      <a:pt x="1326019" y="1212016"/>
                      <a:pt x="1361579" y="1579046"/>
                      <a:pt x="1267599" y="1636196"/>
                    </a:cubicBezTo>
                    <a:cubicBezTo>
                      <a:pt x="1196479" y="1680646"/>
                      <a:pt x="997089" y="1601906"/>
                      <a:pt x="942479" y="1530786"/>
                    </a:cubicBezTo>
                    <a:cubicBezTo>
                      <a:pt x="892949" y="1467286"/>
                      <a:pt x="920889" y="1337746"/>
                      <a:pt x="927239" y="1250116"/>
                    </a:cubicBezTo>
                    <a:cubicBezTo>
                      <a:pt x="933589" y="1170106"/>
                      <a:pt x="958989" y="1073586"/>
                      <a:pt x="976769" y="1024056"/>
                    </a:cubicBezTo>
                    <a:cubicBezTo>
                      <a:pt x="985659" y="999926"/>
                      <a:pt x="990739" y="988496"/>
                      <a:pt x="1004709" y="970716"/>
                    </a:cubicBezTo>
                    <a:cubicBezTo>
                      <a:pt x="1026299" y="944046"/>
                      <a:pt x="1068209" y="907216"/>
                      <a:pt x="1096149" y="890706"/>
                    </a:cubicBezTo>
                    <a:cubicBezTo>
                      <a:pt x="1116469" y="878006"/>
                      <a:pt x="1130439" y="872926"/>
                      <a:pt x="1154569" y="869116"/>
                    </a:cubicBezTo>
                    <a:cubicBezTo>
                      <a:pt x="1186319" y="862766"/>
                      <a:pt x="1237119" y="860226"/>
                      <a:pt x="1275219" y="869116"/>
                    </a:cubicBezTo>
                    <a:cubicBezTo>
                      <a:pt x="1313319" y="879276"/>
                      <a:pt x="1356499" y="905946"/>
                      <a:pt x="1383169" y="926266"/>
                    </a:cubicBezTo>
                    <a:cubicBezTo>
                      <a:pt x="1400949" y="941506"/>
                      <a:pt x="1411109" y="952936"/>
                      <a:pt x="1423809" y="973256"/>
                    </a:cubicBezTo>
                    <a:cubicBezTo>
                      <a:pt x="1440319" y="1001196"/>
                      <a:pt x="1460639" y="1054536"/>
                      <a:pt x="1465719" y="1086286"/>
                    </a:cubicBezTo>
                    <a:cubicBezTo>
                      <a:pt x="1469529" y="1109146"/>
                      <a:pt x="1475879" y="1124386"/>
                      <a:pt x="1465719" y="1147246"/>
                    </a:cubicBezTo>
                    <a:cubicBezTo>
                      <a:pt x="1442859" y="1200586"/>
                      <a:pt x="1305699" y="1261546"/>
                      <a:pt x="1247279" y="1351716"/>
                    </a:cubicBezTo>
                    <a:cubicBezTo>
                      <a:pt x="1173619" y="1462206"/>
                      <a:pt x="1158379" y="1628576"/>
                      <a:pt x="1088529" y="1780976"/>
                    </a:cubicBezTo>
                    <a:cubicBezTo>
                      <a:pt x="1003439" y="1966396"/>
                      <a:pt x="839609" y="2230556"/>
                      <a:pt x="755789" y="2375336"/>
                    </a:cubicBezTo>
                    <a:cubicBezTo>
                      <a:pt x="707529" y="2460426"/>
                      <a:pt x="668159" y="2534086"/>
                      <a:pt x="637679" y="2575996"/>
                    </a:cubicBezTo>
                    <a:cubicBezTo>
                      <a:pt x="621169" y="2597586"/>
                      <a:pt x="614819" y="2606476"/>
                      <a:pt x="597039" y="2620446"/>
                    </a:cubicBezTo>
                    <a:cubicBezTo>
                      <a:pt x="570369" y="2640766"/>
                      <a:pt x="525919" y="2667436"/>
                      <a:pt x="487819" y="2676326"/>
                    </a:cubicBezTo>
                    <a:cubicBezTo>
                      <a:pt x="449719" y="2685216"/>
                      <a:pt x="405269" y="2685216"/>
                      <a:pt x="367169" y="2675056"/>
                    </a:cubicBezTo>
                    <a:cubicBezTo>
                      <a:pt x="329069" y="2664896"/>
                      <a:pt x="288429" y="2643306"/>
                      <a:pt x="259219" y="2616636"/>
                    </a:cubicBezTo>
                    <a:cubicBezTo>
                      <a:pt x="230009" y="2591236"/>
                      <a:pt x="204609" y="2553136"/>
                      <a:pt x="191909" y="2516306"/>
                    </a:cubicBezTo>
                    <a:cubicBezTo>
                      <a:pt x="177939" y="2479476"/>
                      <a:pt x="172859" y="2435026"/>
                      <a:pt x="177939" y="2395656"/>
                    </a:cubicBezTo>
                    <a:cubicBezTo>
                      <a:pt x="183019" y="2356286"/>
                      <a:pt x="205879" y="2333426"/>
                      <a:pt x="222389" y="2282626"/>
                    </a:cubicBezTo>
                    <a:cubicBezTo>
                      <a:pt x="257949" y="2177216"/>
                      <a:pt x="298589" y="1968936"/>
                      <a:pt x="354469" y="1798756"/>
                    </a:cubicBezTo>
                    <a:cubicBezTo>
                      <a:pt x="420509" y="1598096"/>
                      <a:pt x="505599" y="1392356"/>
                      <a:pt x="605929" y="1154866"/>
                    </a:cubicBezTo>
                    <a:cubicBezTo>
                      <a:pt x="734199" y="851336"/>
                      <a:pt x="1002169" y="251896"/>
                      <a:pt x="1074559" y="129976"/>
                    </a:cubicBezTo>
                    <a:cubicBezTo>
                      <a:pt x="1091069" y="100766"/>
                      <a:pt x="1093609" y="96956"/>
                      <a:pt x="1110119" y="80446"/>
                    </a:cubicBezTo>
                    <a:cubicBezTo>
                      <a:pt x="1134249" y="57586"/>
                      <a:pt x="1174889" y="27106"/>
                      <a:pt x="1211719" y="14406"/>
                    </a:cubicBezTo>
                    <a:cubicBezTo>
                      <a:pt x="1249819" y="436"/>
                      <a:pt x="1294269" y="-3374"/>
                      <a:pt x="1333639" y="2976"/>
                    </a:cubicBezTo>
                    <a:cubicBezTo>
                      <a:pt x="1371739" y="8056"/>
                      <a:pt x="1417459" y="30916"/>
                      <a:pt x="1445399" y="48696"/>
                    </a:cubicBezTo>
                    <a:cubicBezTo>
                      <a:pt x="1465719" y="61396"/>
                      <a:pt x="1475879" y="71556"/>
                      <a:pt x="1489849" y="90606"/>
                    </a:cubicBezTo>
                    <a:cubicBezTo>
                      <a:pt x="1510169" y="117276"/>
                      <a:pt x="1535569" y="161726"/>
                      <a:pt x="1544459" y="199826"/>
                    </a:cubicBezTo>
                    <a:cubicBezTo>
                      <a:pt x="1552079" y="237926"/>
                      <a:pt x="1554619" y="268406"/>
                      <a:pt x="1540649" y="321746"/>
                    </a:cubicBezTo>
                    <a:cubicBezTo>
                      <a:pt x="1508899" y="443666"/>
                      <a:pt x="1362849" y="691316"/>
                      <a:pt x="1251089" y="894516"/>
                    </a:cubicBezTo>
                    <a:cubicBezTo>
                      <a:pt x="1119009" y="1137086"/>
                      <a:pt x="917079" y="1439346"/>
                      <a:pt x="790079" y="1678106"/>
                    </a:cubicBezTo>
                    <a:cubicBezTo>
                      <a:pt x="688479" y="1869876"/>
                      <a:pt x="599579" y="2103556"/>
                      <a:pt x="539889" y="2211506"/>
                    </a:cubicBezTo>
                    <a:cubicBezTo>
                      <a:pt x="513219" y="2261036"/>
                      <a:pt x="492899" y="2287706"/>
                      <a:pt x="473849" y="2315646"/>
                    </a:cubicBezTo>
                    <a:cubicBezTo>
                      <a:pt x="459879" y="2334696"/>
                      <a:pt x="453529" y="2348666"/>
                      <a:pt x="437019" y="2363906"/>
                    </a:cubicBezTo>
                    <a:cubicBezTo>
                      <a:pt x="411619" y="2386766"/>
                      <a:pt x="364629" y="2415976"/>
                      <a:pt x="332879" y="2428676"/>
                    </a:cubicBezTo>
                    <a:cubicBezTo>
                      <a:pt x="311289" y="2437566"/>
                      <a:pt x="297319" y="2440106"/>
                      <a:pt x="273189" y="2440106"/>
                    </a:cubicBezTo>
                    <a:cubicBezTo>
                      <a:pt x="240169" y="2440106"/>
                      <a:pt x="189369" y="2435026"/>
                      <a:pt x="153809" y="2419786"/>
                    </a:cubicBezTo>
                    <a:cubicBezTo>
                      <a:pt x="116979" y="2404546"/>
                      <a:pt x="78879" y="2370256"/>
                      <a:pt x="57289" y="2346126"/>
                    </a:cubicBezTo>
                    <a:cubicBezTo>
                      <a:pt x="40779" y="2328346"/>
                      <a:pt x="33159" y="2315646"/>
                      <a:pt x="24269" y="2294056"/>
                    </a:cubicBezTo>
                    <a:cubicBezTo>
                      <a:pt x="11569" y="2263576"/>
                      <a:pt x="-1131" y="2214046"/>
                      <a:pt x="1409" y="2174676"/>
                    </a:cubicBezTo>
                    <a:cubicBezTo>
                      <a:pt x="2679" y="2135306"/>
                      <a:pt x="35699" y="2057836"/>
                      <a:pt x="35699" y="2057836"/>
                    </a:cubicBezTo>
                    <a:cubicBezTo>
                      <a:pt x="35699" y="2059106"/>
                      <a:pt x="2679" y="2183566"/>
                      <a:pt x="139" y="2182296"/>
                    </a:cubicBezTo>
                    <a:cubicBezTo>
                      <a:pt x="-1131" y="2182296"/>
                      <a:pt x="6489" y="2127686"/>
                      <a:pt x="15379" y="2102286"/>
                    </a:cubicBezTo>
                    <a:cubicBezTo>
                      <a:pt x="24269" y="2076886"/>
                      <a:pt x="38239" y="2051486"/>
                      <a:pt x="54749" y="2029896"/>
                    </a:cubicBezTo>
                    <a:cubicBezTo>
                      <a:pt x="71259" y="2008306"/>
                      <a:pt x="92849" y="1989256"/>
                      <a:pt x="115709" y="1974016"/>
                    </a:cubicBezTo>
                    <a:cubicBezTo>
                      <a:pt x="138569" y="1960046"/>
                      <a:pt x="163969" y="1947346"/>
                      <a:pt x="190639" y="1940996"/>
                    </a:cubicBezTo>
                    <a:cubicBezTo>
                      <a:pt x="217309" y="1934646"/>
                      <a:pt x="245249" y="1932106"/>
                      <a:pt x="271919" y="1933376"/>
                    </a:cubicBezTo>
                    <a:cubicBezTo>
                      <a:pt x="299859" y="1935916"/>
                      <a:pt x="327799" y="1942266"/>
                      <a:pt x="351929" y="1952426"/>
                    </a:cubicBezTo>
                    <a:cubicBezTo>
                      <a:pt x="377329" y="1962586"/>
                      <a:pt x="401459" y="1977826"/>
                      <a:pt x="421779" y="1995606"/>
                    </a:cubicBezTo>
                    <a:cubicBezTo>
                      <a:pt x="442099" y="2013386"/>
                      <a:pt x="461149" y="2036246"/>
                      <a:pt x="473849" y="2059106"/>
                    </a:cubicBezTo>
                    <a:cubicBezTo>
                      <a:pt x="487819" y="2083236"/>
                      <a:pt x="497979" y="2109906"/>
                      <a:pt x="503059" y="2136576"/>
                    </a:cubicBezTo>
                    <a:cubicBezTo>
                      <a:pt x="509409" y="2163246"/>
                      <a:pt x="509409" y="2191186"/>
                      <a:pt x="506869" y="2219126"/>
                    </a:cubicBezTo>
                    <a:cubicBezTo>
                      <a:pt x="503059" y="2245796"/>
                      <a:pt x="495439" y="2272466"/>
                      <a:pt x="482739" y="2297866"/>
                    </a:cubicBezTo>
                    <a:cubicBezTo>
                      <a:pt x="471309" y="2321996"/>
                      <a:pt x="454799" y="2344856"/>
                      <a:pt x="435749" y="2365176"/>
                    </a:cubicBezTo>
                    <a:cubicBezTo>
                      <a:pt x="416699" y="2384226"/>
                      <a:pt x="393839" y="2400736"/>
                      <a:pt x="369709" y="2413436"/>
                    </a:cubicBezTo>
                    <a:cubicBezTo>
                      <a:pt x="345579" y="2426136"/>
                      <a:pt x="317639" y="2433756"/>
                      <a:pt x="290969" y="2438836"/>
                    </a:cubicBezTo>
                    <a:cubicBezTo>
                      <a:pt x="264299" y="2442646"/>
                      <a:pt x="236359" y="2441376"/>
                      <a:pt x="209689" y="2436296"/>
                    </a:cubicBezTo>
                    <a:cubicBezTo>
                      <a:pt x="183019" y="2432486"/>
                      <a:pt x="155079" y="2422326"/>
                      <a:pt x="132219" y="2409626"/>
                    </a:cubicBezTo>
                    <a:cubicBezTo>
                      <a:pt x="108089" y="2396926"/>
                      <a:pt x="85229" y="2379146"/>
                      <a:pt x="67449" y="2358826"/>
                    </a:cubicBezTo>
                    <a:cubicBezTo>
                      <a:pt x="48399" y="2338506"/>
                      <a:pt x="33159" y="2314376"/>
                      <a:pt x="21729" y="2290246"/>
                    </a:cubicBezTo>
                    <a:cubicBezTo>
                      <a:pt x="11569" y="2264846"/>
                      <a:pt x="3949" y="2236906"/>
                      <a:pt x="1409" y="2210236"/>
                    </a:cubicBezTo>
                    <a:cubicBezTo>
                      <a:pt x="-1131" y="2183566"/>
                      <a:pt x="1409" y="2154356"/>
                      <a:pt x="7759" y="2127686"/>
                    </a:cubicBezTo>
                    <a:cubicBezTo>
                      <a:pt x="14109" y="2102286"/>
                      <a:pt x="24269" y="2075616"/>
                      <a:pt x="39509" y="2052756"/>
                    </a:cubicBezTo>
                    <a:cubicBezTo>
                      <a:pt x="53479" y="2029896"/>
                      <a:pt x="72529" y="2008306"/>
                      <a:pt x="92849" y="1990526"/>
                    </a:cubicBezTo>
                    <a:cubicBezTo>
                      <a:pt x="114439" y="1974016"/>
                      <a:pt x="138569" y="1958776"/>
                      <a:pt x="163969" y="1949886"/>
                    </a:cubicBezTo>
                    <a:cubicBezTo>
                      <a:pt x="189369" y="1939726"/>
                      <a:pt x="218579" y="1934646"/>
                      <a:pt x="245249" y="1933376"/>
                    </a:cubicBezTo>
                    <a:cubicBezTo>
                      <a:pt x="271919" y="1932106"/>
                      <a:pt x="301129" y="1935916"/>
                      <a:pt x="326529" y="1943536"/>
                    </a:cubicBezTo>
                    <a:cubicBezTo>
                      <a:pt x="351929" y="1951156"/>
                      <a:pt x="378599" y="1963856"/>
                      <a:pt x="400189" y="1979096"/>
                    </a:cubicBezTo>
                    <a:cubicBezTo>
                      <a:pt x="423049" y="1994336"/>
                      <a:pt x="443369" y="2014656"/>
                      <a:pt x="459879" y="2036246"/>
                    </a:cubicBezTo>
                    <a:cubicBezTo>
                      <a:pt x="475119" y="2057836"/>
                      <a:pt x="490359" y="2078156"/>
                      <a:pt x="496709" y="2109906"/>
                    </a:cubicBezTo>
                    <a:cubicBezTo>
                      <a:pt x="505599" y="2160706"/>
                      <a:pt x="497979" y="2264846"/>
                      <a:pt x="473849" y="2315646"/>
                    </a:cubicBezTo>
                    <a:cubicBezTo>
                      <a:pt x="454799" y="2355016"/>
                      <a:pt x="415429" y="2382956"/>
                      <a:pt x="388759" y="2402006"/>
                    </a:cubicBezTo>
                    <a:cubicBezTo>
                      <a:pt x="369709" y="2415976"/>
                      <a:pt x="353199" y="2422326"/>
                      <a:pt x="332879" y="2428676"/>
                    </a:cubicBezTo>
                    <a:cubicBezTo>
                      <a:pt x="313829" y="2435026"/>
                      <a:pt x="297319" y="2440106"/>
                      <a:pt x="273189" y="2440106"/>
                    </a:cubicBezTo>
                    <a:cubicBezTo>
                      <a:pt x="240169" y="2440106"/>
                      <a:pt x="184289" y="2431216"/>
                      <a:pt x="153809" y="2419786"/>
                    </a:cubicBezTo>
                    <a:cubicBezTo>
                      <a:pt x="130949" y="2412166"/>
                      <a:pt x="118249" y="2404546"/>
                      <a:pt x="100469" y="2389306"/>
                    </a:cubicBezTo>
                    <a:cubicBezTo>
                      <a:pt x="75069" y="2367716"/>
                      <a:pt x="40779" y="2329616"/>
                      <a:pt x="24269" y="2294056"/>
                    </a:cubicBezTo>
                    <a:cubicBezTo>
                      <a:pt x="7759" y="2258496"/>
                      <a:pt x="1409" y="2207696"/>
                      <a:pt x="1409" y="2174676"/>
                    </a:cubicBezTo>
                    <a:cubicBezTo>
                      <a:pt x="139" y="2151816"/>
                      <a:pt x="1409" y="2144196"/>
                      <a:pt x="11569" y="2114986"/>
                    </a:cubicBezTo>
                    <a:cubicBezTo>
                      <a:pt x="44589" y="2009576"/>
                      <a:pt x="214769" y="1675566"/>
                      <a:pt x="345579" y="1431726"/>
                    </a:cubicBezTo>
                    <a:cubicBezTo>
                      <a:pt x="504329" y="1135816"/>
                      <a:pt x="773569" y="711636"/>
                      <a:pt x="904379" y="471606"/>
                    </a:cubicBezTo>
                    <a:cubicBezTo>
                      <a:pt x="979309" y="330636"/>
                      <a:pt x="1022489" y="204906"/>
                      <a:pt x="1074559" y="129976"/>
                    </a:cubicBezTo>
                    <a:cubicBezTo>
                      <a:pt x="1103769" y="88066"/>
                      <a:pt x="1124089" y="62666"/>
                      <a:pt x="1157109" y="41076"/>
                    </a:cubicBezTo>
                    <a:cubicBezTo>
                      <a:pt x="1190129" y="19486"/>
                      <a:pt x="1233309" y="4246"/>
                      <a:pt x="1271409" y="436"/>
                    </a:cubicBezTo>
                    <a:cubicBezTo>
                      <a:pt x="1310779" y="-2104"/>
                      <a:pt x="1360309" y="8056"/>
                      <a:pt x="1392059" y="19486"/>
                    </a:cubicBezTo>
                    <a:cubicBezTo>
                      <a:pt x="1414919" y="27106"/>
                      <a:pt x="1428889" y="37266"/>
                      <a:pt x="1445399" y="48696"/>
                    </a:cubicBezTo>
                    <a:cubicBezTo>
                      <a:pt x="1461909" y="61396"/>
                      <a:pt x="1475879" y="71556"/>
                      <a:pt x="1489849" y="90606"/>
                    </a:cubicBezTo>
                    <a:cubicBezTo>
                      <a:pt x="1510169" y="117276"/>
                      <a:pt x="1535569" y="161726"/>
                      <a:pt x="1544459" y="199826"/>
                    </a:cubicBezTo>
                    <a:cubicBezTo>
                      <a:pt x="1552079" y="237926"/>
                      <a:pt x="1549539" y="277296"/>
                      <a:pt x="1540649" y="321746"/>
                    </a:cubicBezTo>
                    <a:cubicBezTo>
                      <a:pt x="1529219" y="377626"/>
                      <a:pt x="1503819" y="423346"/>
                      <a:pt x="1468259" y="505896"/>
                    </a:cubicBezTo>
                    <a:cubicBezTo>
                      <a:pt x="1390789" y="683696"/>
                      <a:pt x="1199019" y="1055806"/>
                      <a:pt x="1079639" y="1337746"/>
                    </a:cubicBezTo>
                    <a:cubicBezTo>
                      <a:pt x="961529" y="1618416"/>
                      <a:pt x="835799" y="1963856"/>
                      <a:pt x="757059" y="2193726"/>
                    </a:cubicBezTo>
                    <a:cubicBezTo>
                      <a:pt x="704989" y="2344856"/>
                      <a:pt x="674509" y="2512496"/>
                      <a:pt x="637679" y="2575996"/>
                    </a:cubicBezTo>
                    <a:cubicBezTo>
                      <a:pt x="623709" y="2600126"/>
                      <a:pt x="614819" y="2606476"/>
                      <a:pt x="597039" y="2620446"/>
                    </a:cubicBezTo>
                    <a:cubicBezTo>
                      <a:pt x="570369" y="2640766"/>
                      <a:pt x="519569" y="2667436"/>
                      <a:pt x="487819" y="2676326"/>
                    </a:cubicBezTo>
                    <a:cubicBezTo>
                      <a:pt x="466229" y="2682676"/>
                      <a:pt x="450989" y="2685216"/>
                      <a:pt x="426859" y="2682676"/>
                    </a:cubicBezTo>
                    <a:cubicBezTo>
                      <a:pt x="393839" y="2680136"/>
                      <a:pt x="339229" y="2666166"/>
                      <a:pt x="310019" y="2652196"/>
                    </a:cubicBezTo>
                    <a:cubicBezTo>
                      <a:pt x="288429" y="2643306"/>
                      <a:pt x="275729" y="2634416"/>
                      <a:pt x="259219" y="2616636"/>
                    </a:cubicBezTo>
                    <a:cubicBezTo>
                      <a:pt x="236359" y="2593776"/>
                      <a:pt x="204609" y="2553136"/>
                      <a:pt x="191909" y="2516306"/>
                    </a:cubicBezTo>
                    <a:cubicBezTo>
                      <a:pt x="177939" y="2479476"/>
                      <a:pt x="172859" y="2435026"/>
                      <a:pt x="177939" y="2395656"/>
                    </a:cubicBezTo>
                    <a:cubicBezTo>
                      <a:pt x="183019" y="2356286"/>
                      <a:pt x="196989" y="2337236"/>
                      <a:pt x="222389" y="2282626"/>
                    </a:cubicBezTo>
                    <a:cubicBezTo>
                      <a:pt x="302399" y="2113716"/>
                      <a:pt x="650379" y="1511736"/>
                      <a:pt x="782459" y="1288216"/>
                    </a:cubicBezTo>
                    <a:cubicBezTo>
                      <a:pt x="851039" y="1172646"/>
                      <a:pt x="877709" y="1097716"/>
                      <a:pt x="945019" y="1029136"/>
                    </a:cubicBezTo>
                    <a:cubicBezTo>
                      <a:pt x="1008519" y="964366"/>
                      <a:pt x="1164729" y="872926"/>
                      <a:pt x="1171079" y="879276"/>
                    </a:cubicBezTo>
                    <a:cubicBezTo>
                      <a:pt x="1176159" y="886896"/>
                      <a:pt x="975499" y="1092636"/>
                      <a:pt x="961529" y="1083746"/>
                    </a:cubicBezTo>
                    <a:cubicBezTo>
                      <a:pt x="952639" y="1078666"/>
                      <a:pt x="988199" y="998656"/>
                      <a:pt x="1004709" y="970716"/>
                    </a:cubicBezTo>
                    <a:cubicBezTo>
                      <a:pt x="1017409" y="950396"/>
                      <a:pt x="1027569" y="938966"/>
                      <a:pt x="1046619" y="924996"/>
                    </a:cubicBezTo>
                    <a:cubicBezTo>
                      <a:pt x="1072019" y="904676"/>
                      <a:pt x="1122819" y="878006"/>
                      <a:pt x="1154569" y="869116"/>
                    </a:cubicBezTo>
                    <a:cubicBezTo>
                      <a:pt x="1176159" y="861496"/>
                      <a:pt x="1191399" y="860226"/>
                      <a:pt x="1215529" y="861496"/>
                    </a:cubicBezTo>
                    <a:cubicBezTo>
                      <a:pt x="1248549" y="864036"/>
                      <a:pt x="1298079" y="872926"/>
                      <a:pt x="1332369" y="891976"/>
                    </a:cubicBezTo>
                    <a:cubicBezTo>
                      <a:pt x="1367929" y="909756"/>
                      <a:pt x="1400949" y="940236"/>
                      <a:pt x="1423809" y="973256"/>
                    </a:cubicBezTo>
                    <a:cubicBezTo>
                      <a:pt x="1445399" y="1005006"/>
                      <a:pt x="1460639" y="1044376"/>
                      <a:pt x="1465719" y="1086286"/>
                    </a:cubicBezTo>
                    <a:cubicBezTo>
                      <a:pt x="1472069" y="1134546"/>
                      <a:pt x="1460639" y="1185346"/>
                      <a:pt x="1449209" y="1245036"/>
                    </a:cubicBezTo>
                    <a:cubicBezTo>
                      <a:pt x="1436509" y="1323776"/>
                      <a:pt x="1413649" y="1420296"/>
                      <a:pt x="1383169" y="1514276"/>
                    </a:cubicBezTo>
                    <a:cubicBezTo>
                      <a:pt x="1346339" y="1626036"/>
                      <a:pt x="1324749" y="1801296"/>
                      <a:pt x="1237119" y="1871146"/>
                    </a:cubicBezTo>
                    <a:cubicBezTo>
                      <a:pt x="1148219" y="1940996"/>
                      <a:pt x="929779" y="1982906"/>
                      <a:pt x="852309" y="1929566"/>
                    </a:cubicBezTo>
                    <a:cubicBezTo>
                      <a:pt x="773569" y="1874956"/>
                      <a:pt x="772299" y="1686996"/>
                      <a:pt x="768489" y="1543486"/>
                    </a:cubicBezTo>
                    <a:cubicBezTo>
                      <a:pt x="763409" y="1363146"/>
                      <a:pt x="829449" y="1101526"/>
                      <a:pt x="868819" y="930076"/>
                    </a:cubicBezTo>
                    <a:cubicBezTo>
                      <a:pt x="898029" y="803076"/>
                      <a:pt x="932319" y="702746"/>
                      <a:pt x="967879" y="604956"/>
                    </a:cubicBezTo>
                    <a:cubicBezTo>
                      <a:pt x="997089" y="521136"/>
                      <a:pt x="1030109" y="433506"/>
                      <a:pt x="1064399" y="373816"/>
                    </a:cubicBezTo>
                    <a:cubicBezTo>
                      <a:pt x="1087259" y="333176"/>
                      <a:pt x="1106309" y="301426"/>
                      <a:pt x="1136789" y="277296"/>
                    </a:cubicBezTo>
                    <a:cubicBezTo>
                      <a:pt x="1165999" y="251896"/>
                      <a:pt x="1206639" y="231576"/>
                      <a:pt x="1246009" y="223956"/>
                    </a:cubicBezTo>
                    <a:cubicBezTo>
                      <a:pt x="1284109" y="216336"/>
                      <a:pt x="1334909" y="221416"/>
                      <a:pt x="1366659" y="227766"/>
                    </a:cubicBezTo>
                    <a:cubicBezTo>
                      <a:pt x="1390789" y="232846"/>
                      <a:pt x="1406029" y="241736"/>
                      <a:pt x="1423809" y="251896"/>
                    </a:cubicBezTo>
                    <a:cubicBezTo>
                      <a:pt x="1441589" y="262056"/>
                      <a:pt x="1456829" y="270946"/>
                      <a:pt x="1473339" y="288726"/>
                    </a:cubicBezTo>
                    <a:cubicBezTo>
                      <a:pt x="1494929" y="312856"/>
                      <a:pt x="1525409" y="353496"/>
                      <a:pt x="1538109" y="390326"/>
                    </a:cubicBezTo>
                    <a:cubicBezTo>
                      <a:pt x="1550809" y="427156"/>
                      <a:pt x="1552079" y="479226"/>
                      <a:pt x="1549539" y="512246"/>
                    </a:cubicBezTo>
                    <a:cubicBezTo>
                      <a:pt x="1546999" y="535106"/>
                      <a:pt x="1533029" y="570666"/>
                      <a:pt x="1533029" y="570666"/>
                    </a:cubicBezTo>
                  </a:path>
                </a:pathLst>
              </a:custGeom>
              <a:solidFill>
                <a:srgbClr val="000000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37" id="37"/>
            <p:cNvGrpSpPr/>
            <p:nvPr/>
          </p:nvGrpSpPr>
          <p:grpSpPr>
            <a:xfrm rot="0">
              <a:off x="678718" y="1645234"/>
              <a:ext cx="1554558" cy="613465"/>
              <a:chOff x="0" y="0"/>
              <a:chExt cx="6188710" cy="2442210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50800" y="50800"/>
                <a:ext cx="6087944" cy="2340610"/>
              </a:xfrm>
              <a:custGeom>
                <a:avLst/>
                <a:gdLst/>
                <a:ahLst/>
                <a:cxnLst/>
                <a:rect r="r" b="b" t="t" l="l"/>
                <a:pathLst>
                  <a:path h="2340610" w="6087944">
                    <a:moveTo>
                      <a:pt x="0" y="1239520"/>
                    </a:moveTo>
                    <a:cubicBezTo>
                      <a:pt x="115570" y="863600"/>
                      <a:pt x="214630" y="806450"/>
                      <a:pt x="215900" y="760730"/>
                    </a:cubicBezTo>
                    <a:cubicBezTo>
                      <a:pt x="215900" y="731520"/>
                      <a:pt x="168910" y="721360"/>
                      <a:pt x="162560" y="687070"/>
                    </a:cubicBezTo>
                    <a:cubicBezTo>
                      <a:pt x="149860" y="626110"/>
                      <a:pt x="177800" y="485140"/>
                      <a:pt x="223520" y="412750"/>
                    </a:cubicBezTo>
                    <a:cubicBezTo>
                      <a:pt x="267970" y="344170"/>
                      <a:pt x="350520" y="292100"/>
                      <a:pt x="426720" y="257810"/>
                    </a:cubicBezTo>
                    <a:cubicBezTo>
                      <a:pt x="502920" y="222250"/>
                      <a:pt x="593090" y="222250"/>
                      <a:pt x="680720" y="203200"/>
                    </a:cubicBezTo>
                    <a:cubicBezTo>
                      <a:pt x="775970" y="184150"/>
                      <a:pt x="881380" y="154940"/>
                      <a:pt x="977900" y="143510"/>
                    </a:cubicBezTo>
                    <a:cubicBezTo>
                      <a:pt x="1069340" y="132080"/>
                      <a:pt x="1154430" y="132080"/>
                      <a:pt x="1243330" y="130810"/>
                    </a:cubicBezTo>
                    <a:cubicBezTo>
                      <a:pt x="1333500" y="128270"/>
                      <a:pt x="1422400" y="129540"/>
                      <a:pt x="1515110" y="130810"/>
                    </a:cubicBezTo>
                    <a:cubicBezTo>
                      <a:pt x="1609090" y="132080"/>
                      <a:pt x="1708150" y="133350"/>
                      <a:pt x="1800860" y="138430"/>
                    </a:cubicBezTo>
                    <a:cubicBezTo>
                      <a:pt x="1889760" y="142240"/>
                      <a:pt x="1972310" y="152400"/>
                      <a:pt x="2061210" y="157480"/>
                    </a:cubicBezTo>
                    <a:cubicBezTo>
                      <a:pt x="2151380" y="162560"/>
                      <a:pt x="2247900" y="161290"/>
                      <a:pt x="2339340" y="166370"/>
                    </a:cubicBezTo>
                    <a:cubicBezTo>
                      <a:pt x="2426970" y="171450"/>
                      <a:pt x="2509520" y="179070"/>
                      <a:pt x="2595880" y="185420"/>
                    </a:cubicBezTo>
                    <a:cubicBezTo>
                      <a:pt x="2684780" y="191770"/>
                      <a:pt x="2773680" y="201930"/>
                      <a:pt x="2862580" y="204470"/>
                    </a:cubicBezTo>
                    <a:cubicBezTo>
                      <a:pt x="2952750" y="208280"/>
                      <a:pt x="3042920" y="204470"/>
                      <a:pt x="3131820" y="204470"/>
                    </a:cubicBezTo>
                    <a:cubicBezTo>
                      <a:pt x="3219450" y="205740"/>
                      <a:pt x="3305810" y="204470"/>
                      <a:pt x="3394710" y="204470"/>
                    </a:cubicBezTo>
                    <a:cubicBezTo>
                      <a:pt x="3487420" y="204470"/>
                      <a:pt x="3583940" y="210820"/>
                      <a:pt x="3676650" y="204470"/>
                    </a:cubicBezTo>
                    <a:cubicBezTo>
                      <a:pt x="3766820" y="199390"/>
                      <a:pt x="3856990" y="181610"/>
                      <a:pt x="3945890" y="170180"/>
                    </a:cubicBezTo>
                    <a:cubicBezTo>
                      <a:pt x="4034790" y="160020"/>
                      <a:pt x="4122420" y="147320"/>
                      <a:pt x="4211320" y="139700"/>
                    </a:cubicBezTo>
                    <a:cubicBezTo>
                      <a:pt x="4300220" y="133350"/>
                      <a:pt x="4389120" y="134620"/>
                      <a:pt x="4478020" y="130810"/>
                    </a:cubicBezTo>
                    <a:cubicBezTo>
                      <a:pt x="4568190" y="125730"/>
                      <a:pt x="4659630" y="116840"/>
                      <a:pt x="4749800" y="111760"/>
                    </a:cubicBezTo>
                    <a:cubicBezTo>
                      <a:pt x="4838700" y="107950"/>
                      <a:pt x="4945380" y="88900"/>
                      <a:pt x="5016500" y="102870"/>
                    </a:cubicBezTo>
                    <a:cubicBezTo>
                      <a:pt x="5068570" y="113030"/>
                      <a:pt x="5096510" y="156210"/>
                      <a:pt x="5142230" y="160020"/>
                    </a:cubicBezTo>
                    <a:cubicBezTo>
                      <a:pt x="5194300" y="163830"/>
                      <a:pt x="5247640" y="130810"/>
                      <a:pt x="5309870" y="115570"/>
                    </a:cubicBezTo>
                    <a:cubicBezTo>
                      <a:pt x="5387340" y="96520"/>
                      <a:pt x="5490210" y="74930"/>
                      <a:pt x="5572760" y="54610"/>
                    </a:cubicBezTo>
                    <a:cubicBezTo>
                      <a:pt x="5643880" y="38100"/>
                      <a:pt x="5727700" y="15240"/>
                      <a:pt x="5775960" y="6350"/>
                    </a:cubicBezTo>
                    <a:cubicBezTo>
                      <a:pt x="5801360" y="2540"/>
                      <a:pt x="5816600" y="0"/>
                      <a:pt x="5836920" y="0"/>
                    </a:cubicBezTo>
                    <a:cubicBezTo>
                      <a:pt x="5857240" y="0"/>
                      <a:pt x="5877560" y="2540"/>
                      <a:pt x="5897880" y="7620"/>
                    </a:cubicBezTo>
                    <a:cubicBezTo>
                      <a:pt x="5916930" y="12700"/>
                      <a:pt x="5935980" y="20320"/>
                      <a:pt x="5953760" y="30480"/>
                    </a:cubicBezTo>
                    <a:cubicBezTo>
                      <a:pt x="5972810" y="39370"/>
                      <a:pt x="5989320" y="52070"/>
                      <a:pt x="6004560" y="66040"/>
                    </a:cubicBezTo>
                    <a:cubicBezTo>
                      <a:pt x="6019800" y="78740"/>
                      <a:pt x="6033770" y="95250"/>
                      <a:pt x="6045200" y="111760"/>
                    </a:cubicBezTo>
                    <a:cubicBezTo>
                      <a:pt x="6055360" y="128270"/>
                      <a:pt x="6065520" y="147320"/>
                      <a:pt x="6073140" y="166370"/>
                    </a:cubicBezTo>
                    <a:cubicBezTo>
                      <a:pt x="6079490" y="185420"/>
                      <a:pt x="6084570" y="205740"/>
                      <a:pt x="6087110" y="226060"/>
                    </a:cubicBezTo>
                    <a:cubicBezTo>
                      <a:pt x="6088380" y="246380"/>
                      <a:pt x="6088380" y="266700"/>
                      <a:pt x="6085840" y="287020"/>
                    </a:cubicBezTo>
                    <a:cubicBezTo>
                      <a:pt x="6083300" y="307340"/>
                      <a:pt x="6078220" y="327660"/>
                      <a:pt x="6070600" y="346710"/>
                    </a:cubicBezTo>
                    <a:cubicBezTo>
                      <a:pt x="6062980" y="365760"/>
                      <a:pt x="6054090" y="383540"/>
                      <a:pt x="6041390" y="400050"/>
                    </a:cubicBezTo>
                    <a:cubicBezTo>
                      <a:pt x="6029960" y="416560"/>
                      <a:pt x="6015990" y="433070"/>
                      <a:pt x="6000750" y="445770"/>
                    </a:cubicBezTo>
                    <a:cubicBezTo>
                      <a:pt x="5985510" y="458470"/>
                      <a:pt x="5967730" y="471170"/>
                      <a:pt x="5949950" y="480060"/>
                    </a:cubicBezTo>
                    <a:cubicBezTo>
                      <a:pt x="5932170" y="488950"/>
                      <a:pt x="5892800" y="501650"/>
                      <a:pt x="5892800" y="501650"/>
                    </a:cubicBezTo>
                    <a:cubicBezTo>
                      <a:pt x="5892800" y="501650"/>
                      <a:pt x="5759450" y="533400"/>
                      <a:pt x="5689600" y="549910"/>
                    </a:cubicBezTo>
                    <a:cubicBezTo>
                      <a:pt x="5614670" y="566420"/>
                      <a:pt x="5488940" y="563880"/>
                      <a:pt x="5457190" y="603250"/>
                    </a:cubicBezTo>
                    <a:cubicBezTo>
                      <a:pt x="5435600" y="629920"/>
                      <a:pt x="5462270" y="668020"/>
                      <a:pt x="5455920" y="712470"/>
                    </a:cubicBezTo>
                    <a:cubicBezTo>
                      <a:pt x="5443220" y="787400"/>
                      <a:pt x="5397500" y="911860"/>
                      <a:pt x="5361940" y="1004570"/>
                    </a:cubicBezTo>
                    <a:cubicBezTo>
                      <a:pt x="5328920" y="1094740"/>
                      <a:pt x="5270500" y="1216660"/>
                      <a:pt x="5247640" y="1262380"/>
                    </a:cubicBezTo>
                    <a:cubicBezTo>
                      <a:pt x="5240020" y="1280160"/>
                      <a:pt x="5233670" y="1280160"/>
                      <a:pt x="5229860" y="1296670"/>
                    </a:cubicBezTo>
                    <a:cubicBezTo>
                      <a:pt x="5220970" y="1333500"/>
                      <a:pt x="5236210" y="1413510"/>
                      <a:pt x="5231130" y="1482090"/>
                    </a:cubicBezTo>
                    <a:cubicBezTo>
                      <a:pt x="5224780" y="1569720"/>
                      <a:pt x="5222240" y="1692910"/>
                      <a:pt x="5185410" y="1783080"/>
                    </a:cubicBezTo>
                    <a:cubicBezTo>
                      <a:pt x="5151120" y="1869440"/>
                      <a:pt x="5097780" y="1964690"/>
                      <a:pt x="5024120" y="2015490"/>
                    </a:cubicBezTo>
                    <a:cubicBezTo>
                      <a:pt x="4947920" y="2068830"/>
                      <a:pt x="4829810" y="2075180"/>
                      <a:pt x="4732020" y="2089150"/>
                    </a:cubicBezTo>
                    <a:cubicBezTo>
                      <a:pt x="4636770" y="2103120"/>
                      <a:pt x="4500880" y="2112010"/>
                      <a:pt x="4445000" y="2101850"/>
                    </a:cubicBezTo>
                    <a:cubicBezTo>
                      <a:pt x="4420870" y="2096770"/>
                      <a:pt x="4410710" y="2082800"/>
                      <a:pt x="4394200" y="2078990"/>
                    </a:cubicBezTo>
                    <a:cubicBezTo>
                      <a:pt x="4381500" y="2076450"/>
                      <a:pt x="4372610" y="2077720"/>
                      <a:pt x="4354830" y="2078990"/>
                    </a:cubicBezTo>
                    <a:cubicBezTo>
                      <a:pt x="4320540" y="2084070"/>
                      <a:pt x="4258310" y="2109470"/>
                      <a:pt x="4194810" y="2117090"/>
                    </a:cubicBezTo>
                    <a:cubicBezTo>
                      <a:pt x="4109720" y="2128520"/>
                      <a:pt x="3990340" y="2119630"/>
                      <a:pt x="3890010" y="2119630"/>
                    </a:cubicBezTo>
                    <a:cubicBezTo>
                      <a:pt x="3792220" y="2120900"/>
                      <a:pt x="3693160" y="2119630"/>
                      <a:pt x="3602990" y="2119630"/>
                    </a:cubicBezTo>
                    <a:cubicBezTo>
                      <a:pt x="3520440" y="2119630"/>
                      <a:pt x="3408680" y="2096770"/>
                      <a:pt x="3368040" y="2119630"/>
                    </a:cubicBezTo>
                    <a:cubicBezTo>
                      <a:pt x="3346450" y="2132330"/>
                      <a:pt x="3352800" y="2167890"/>
                      <a:pt x="3333750" y="2174240"/>
                    </a:cubicBezTo>
                    <a:cubicBezTo>
                      <a:pt x="3307080" y="2183130"/>
                      <a:pt x="3253740" y="2132330"/>
                      <a:pt x="3204210" y="2123440"/>
                    </a:cubicBezTo>
                    <a:cubicBezTo>
                      <a:pt x="3147060" y="2113280"/>
                      <a:pt x="3077210" y="2123440"/>
                      <a:pt x="3007360" y="2129790"/>
                    </a:cubicBezTo>
                    <a:cubicBezTo>
                      <a:pt x="2926080" y="2134870"/>
                      <a:pt x="2838450" y="2150110"/>
                      <a:pt x="2744470" y="2161540"/>
                    </a:cubicBezTo>
                    <a:cubicBezTo>
                      <a:pt x="2635250" y="2172970"/>
                      <a:pt x="2506980" y="2185670"/>
                      <a:pt x="2388870" y="2197100"/>
                    </a:cubicBezTo>
                    <a:cubicBezTo>
                      <a:pt x="2269490" y="2208530"/>
                      <a:pt x="2132330" y="2225040"/>
                      <a:pt x="2030730" y="2231390"/>
                    </a:cubicBezTo>
                    <a:cubicBezTo>
                      <a:pt x="1954530" y="2236470"/>
                      <a:pt x="1856740" y="2226310"/>
                      <a:pt x="1831340" y="2237740"/>
                    </a:cubicBezTo>
                    <a:cubicBezTo>
                      <a:pt x="1824990" y="2241550"/>
                      <a:pt x="1824990" y="2245360"/>
                      <a:pt x="1821180" y="2250440"/>
                    </a:cubicBezTo>
                    <a:cubicBezTo>
                      <a:pt x="1814830" y="2256790"/>
                      <a:pt x="1800860" y="2273300"/>
                      <a:pt x="1800860" y="2273300"/>
                    </a:cubicBezTo>
                    <a:cubicBezTo>
                      <a:pt x="1800860" y="2274570"/>
                      <a:pt x="1784350" y="2286000"/>
                      <a:pt x="1775460" y="2291080"/>
                    </a:cubicBezTo>
                    <a:cubicBezTo>
                      <a:pt x="1767840" y="2297430"/>
                      <a:pt x="1751330" y="2308860"/>
                      <a:pt x="1751330" y="2308860"/>
                    </a:cubicBezTo>
                    <a:cubicBezTo>
                      <a:pt x="1751330" y="2308860"/>
                      <a:pt x="1751330" y="2310130"/>
                      <a:pt x="1751330" y="2310130"/>
                    </a:cubicBezTo>
                    <a:cubicBezTo>
                      <a:pt x="1751330" y="2310130"/>
                      <a:pt x="1732280" y="2316480"/>
                      <a:pt x="1722120" y="2320290"/>
                    </a:cubicBezTo>
                    <a:cubicBezTo>
                      <a:pt x="1713230" y="2324100"/>
                      <a:pt x="1694180" y="2331720"/>
                      <a:pt x="1694180" y="2331720"/>
                    </a:cubicBezTo>
                    <a:cubicBezTo>
                      <a:pt x="1694180" y="2331720"/>
                      <a:pt x="1673860" y="2335530"/>
                      <a:pt x="1663700" y="2336800"/>
                    </a:cubicBezTo>
                    <a:cubicBezTo>
                      <a:pt x="1653540" y="2338070"/>
                      <a:pt x="1634490" y="2340610"/>
                      <a:pt x="1633220" y="2340610"/>
                    </a:cubicBezTo>
                    <a:cubicBezTo>
                      <a:pt x="1633220" y="2340610"/>
                      <a:pt x="1612900" y="2338070"/>
                      <a:pt x="1602740" y="2338070"/>
                    </a:cubicBezTo>
                    <a:cubicBezTo>
                      <a:pt x="1592580" y="2336800"/>
                      <a:pt x="1573530" y="2334260"/>
                      <a:pt x="1572260" y="2334260"/>
                    </a:cubicBezTo>
                    <a:cubicBezTo>
                      <a:pt x="1572260" y="2334260"/>
                      <a:pt x="1553210" y="2327910"/>
                      <a:pt x="1544320" y="2324100"/>
                    </a:cubicBezTo>
                    <a:cubicBezTo>
                      <a:pt x="1534160" y="2320290"/>
                      <a:pt x="1515110" y="2313940"/>
                      <a:pt x="1515110" y="2313940"/>
                    </a:cubicBezTo>
                    <a:cubicBezTo>
                      <a:pt x="1515110" y="2313940"/>
                      <a:pt x="1498600" y="2302510"/>
                      <a:pt x="1489710" y="2296160"/>
                    </a:cubicBezTo>
                    <a:cubicBezTo>
                      <a:pt x="1480820" y="2291080"/>
                      <a:pt x="1464310" y="2279650"/>
                      <a:pt x="1464310" y="2279650"/>
                    </a:cubicBezTo>
                    <a:cubicBezTo>
                      <a:pt x="1464310" y="2279650"/>
                      <a:pt x="1449070" y="2264410"/>
                      <a:pt x="1442720" y="2256790"/>
                    </a:cubicBezTo>
                    <a:cubicBezTo>
                      <a:pt x="1437640" y="2251710"/>
                      <a:pt x="1437640" y="2245360"/>
                      <a:pt x="1428750" y="2241550"/>
                    </a:cubicBezTo>
                    <a:cubicBezTo>
                      <a:pt x="1397000" y="2227580"/>
                      <a:pt x="1264920" y="2241550"/>
                      <a:pt x="1173480" y="2245360"/>
                    </a:cubicBezTo>
                    <a:cubicBezTo>
                      <a:pt x="1070610" y="2250440"/>
                      <a:pt x="949960" y="2264410"/>
                      <a:pt x="843280" y="2269490"/>
                    </a:cubicBezTo>
                    <a:cubicBezTo>
                      <a:pt x="744220" y="2274570"/>
                      <a:pt x="652780" y="2302510"/>
                      <a:pt x="556260" y="2278380"/>
                    </a:cubicBezTo>
                    <a:cubicBezTo>
                      <a:pt x="445770" y="2249170"/>
                      <a:pt x="295910" y="2171700"/>
                      <a:pt x="226060" y="2081530"/>
                    </a:cubicBezTo>
                    <a:cubicBezTo>
                      <a:pt x="161290" y="2000250"/>
                      <a:pt x="168910" y="1873250"/>
                      <a:pt x="135890" y="1774190"/>
                    </a:cubicBezTo>
                    <a:cubicBezTo>
                      <a:pt x="102870" y="1680210"/>
                      <a:pt x="53340" y="1591310"/>
                      <a:pt x="31750" y="1499870"/>
                    </a:cubicBezTo>
                    <a:cubicBezTo>
                      <a:pt x="10160" y="1413510"/>
                      <a:pt x="0" y="1239520"/>
                      <a:pt x="0" y="1239520"/>
                    </a:cubicBezTo>
                    <a:moveTo>
                      <a:pt x="2484120" y="1677670"/>
                    </a:moveTo>
                    <a:cubicBezTo>
                      <a:pt x="2529840" y="1668780"/>
                      <a:pt x="2503170" y="1648460"/>
                      <a:pt x="2495550" y="1651000"/>
                    </a:cubicBezTo>
                    <a:cubicBezTo>
                      <a:pt x="2489200" y="1653540"/>
                      <a:pt x="2484120" y="1677670"/>
                      <a:pt x="2484120" y="1677670"/>
                    </a:cubicBezTo>
                  </a:path>
                </a:pathLst>
              </a:custGeom>
              <a:solidFill>
                <a:srgbClr val="000000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39" id="39"/>
            <p:cNvGrpSpPr/>
            <p:nvPr/>
          </p:nvGrpSpPr>
          <p:grpSpPr>
            <a:xfrm rot="0">
              <a:off x="1093117" y="2014972"/>
              <a:ext cx="696090" cy="262868"/>
              <a:chOff x="0" y="0"/>
              <a:chExt cx="2771140" cy="1046480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50053" y="50657"/>
                <a:ext cx="2670106" cy="945465"/>
              </a:xfrm>
              <a:custGeom>
                <a:avLst/>
                <a:gdLst/>
                <a:ahLst/>
                <a:cxnLst/>
                <a:rect r="r" b="b" t="t" l="l"/>
                <a:pathLst>
                  <a:path h="945465" w="2670106">
                    <a:moveTo>
                      <a:pt x="978647" y="6493"/>
                    </a:moveTo>
                    <a:cubicBezTo>
                      <a:pt x="1992107" y="266843"/>
                      <a:pt x="2404857" y="390033"/>
                      <a:pt x="2536937" y="467503"/>
                    </a:cubicBezTo>
                    <a:cubicBezTo>
                      <a:pt x="2586467" y="497983"/>
                      <a:pt x="2605517" y="517033"/>
                      <a:pt x="2627107" y="550053"/>
                    </a:cubicBezTo>
                    <a:cubicBezTo>
                      <a:pt x="2648697" y="583073"/>
                      <a:pt x="2663937" y="624983"/>
                      <a:pt x="2669017" y="664353"/>
                    </a:cubicBezTo>
                    <a:cubicBezTo>
                      <a:pt x="2672827" y="703723"/>
                      <a:pt x="2666477" y="748173"/>
                      <a:pt x="2652507" y="785003"/>
                    </a:cubicBezTo>
                    <a:cubicBezTo>
                      <a:pt x="2638537" y="821833"/>
                      <a:pt x="2611867" y="858663"/>
                      <a:pt x="2582657" y="884063"/>
                    </a:cubicBezTo>
                    <a:cubicBezTo>
                      <a:pt x="2552177" y="909463"/>
                      <a:pt x="2505187" y="929783"/>
                      <a:pt x="2473437" y="938673"/>
                    </a:cubicBezTo>
                    <a:cubicBezTo>
                      <a:pt x="2450577" y="945023"/>
                      <a:pt x="2446767" y="946293"/>
                      <a:pt x="2412477" y="945023"/>
                    </a:cubicBezTo>
                    <a:cubicBezTo>
                      <a:pt x="2241027" y="939943"/>
                      <a:pt x="1153907" y="739283"/>
                      <a:pt x="846567" y="679593"/>
                    </a:cubicBezTo>
                    <a:cubicBezTo>
                      <a:pt x="717027" y="654193"/>
                      <a:pt x="672577" y="636413"/>
                      <a:pt x="572247" y="619903"/>
                    </a:cubicBezTo>
                    <a:cubicBezTo>
                      <a:pt x="455407" y="600853"/>
                      <a:pt x="271257" y="602123"/>
                      <a:pt x="183627" y="572913"/>
                    </a:cubicBezTo>
                    <a:cubicBezTo>
                      <a:pt x="135367" y="557673"/>
                      <a:pt x="103617" y="534813"/>
                      <a:pt x="78217" y="513223"/>
                    </a:cubicBezTo>
                    <a:cubicBezTo>
                      <a:pt x="60437" y="497983"/>
                      <a:pt x="50277" y="486553"/>
                      <a:pt x="38847" y="466233"/>
                    </a:cubicBezTo>
                    <a:cubicBezTo>
                      <a:pt x="23607" y="437023"/>
                      <a:pt x="3287" y="390033"/>
                      <a:pt x="747" y="350663"/>
                    </a:cubicBezTo>
                    <a:cubicBezTo>
                      <a:pt x="-3063" y="311293"/>
                      <a:pt x="8367" y="261763"/>
                      <a:pt x="19797" y="231283"/>
                    </a:cubicBezTo>
                    <a:cubicBezTo>
                      <a:pt x="27417" y="208423"/>
                      <a:pt x="35037" y="195723"/>
                      <a:pt x="49007" y="177943"/>
                    </a:cubicBezTo>
                    <a:cubicBezTo>
                      <a:pt x="70597" y="152543"/>
                      <a:pt x="115047" y="116983"/>
                      <a:pt x="142987" y="100473"/>
                    </a:cubicBezTo>
                    <a:cubicBezTo>
                      <a:pt x="164577" y="89043"/>
                      <a:pt x="173467" y="85233"/>
                      <a:pt x="201407" y="80153"/>
                    </a:cubicBezTo>
                    <a:cubicBezTo>
                      <a:pt x="262367" y="71263"/>
                      <a:pt x="438897" y="77613"/>
                      <a:pt x="507477" y="83963"/>
                    </a:cubicBezTo>
                    <a:cubicBezTo>
                      <a:pt x="543037" y="87773"/>
                      <a:pt x="563357" y="90313"/>
                      <a:pt x="588757" y="99203"/>
                    </a:cubicBezTo>
                    <a:cubicBezTo>
                      <a:pt x="614157" y="108093"/>
                      <a:pt x="639557" y="120793"/>
                      <a:pt x="661147" y="138573"/>
                    </a:cubicBezTo>
                    <a:cubicBezTo>
                      <a:pt x="682737" y="155083"/>
                      <a:pt x="701787" y="175403"/>
                      <a:pt x="717027" y="198263"/>
                    </a:cubicBezTo>
                    <a:cubicBezTo>
                      <a:pt x="730997" y="221123"/>
                      <a:pt x="743697" y="247793"/>
                      <a:pt x="750047" y="273193"/>
                    </a:cubicBezTo>
                    <a:cubicBezTo>
                      <a:pt x="757667" y="299863"/>
                      <a:pt x="760207" y="327803"/>
                      <a:pt x="757667" y="355743"/>
                    </a:cubicBezTo>
                    <a:cubicBezTo>
                      <a:pt x="756397" y="382413"/>
                      <a:pt x="750047" y="410353"/>
                      <a:pt x="739887" y="435753"/>
                    </a:cubicBezTo>
                    <a:cubicBezTo>
                      <a:pt x="729727" y="459883"/>
                      <a:pt x="714487" y="485283"/>
                      <a:pt x="696707" y="505603"/>
                    </a:cubicBezTo>
                    <a:cubicBezTo>
                      <a:pt x="678927" y="525923"/>
                      <a:pt x="656067" y="543703"/>
                      <a:pt x="633207" y="557673"/>
                    </a:cubicBezTo>
                    <a:cubicBezTo>
                      <a:pt x="610347" y="571643"/>
                      <a:pt x="582407" y="581803"/>
                      <a:pt x="557007" y="586883"/>
                    </a:cubicBezTo>
                    <a:cubicBezTo>
                      <a:pt x="530337" y="593233"/>
                      <a:pt x="501127" y="593233"/>
                      <a:pt x="474457" y="590693"/>
                    </a:cubicBezTo>
                    <a:cubicBezTo>
                      <a:pt x="447787" y="586883"/>
                      <a:pt x="419847" y="579263"/>
                      <a:pt x="395717" y="567833"/>
                    </a:cubicBezTo>
                    <a:cubicBezTo>
                      <a:pt x="370317" y="556403"/>
                      <a:pt x="347457" y="539893"/>
                      <a:pt x="328407" y="520843"/>
                    </a:cubicBezTo>
                    <a:cubicBezTo>
                      <a:pt x="308087" y="501793"/>
                      <a:pt x="291577" y="478933"/>
                      <a:pt x="278877" y="454803"/>
                    </a:cubicBezTo>
                    <a:cubicBezTo>
                      <a:pt x="266177" y="430673"/>
                      <a:pt x="257287" y="402733"/>
                      <a:pt x="253477" y="376063"/>
                    </a:cubicBezTo>
                    <a:cubicBezTo>
                      <a:pt x="249667" y="349393"/>
                      <a:pt x="249667" y="321453"/>
                      <a:pt x="254747" y="294783"/>
                    </a:cubicBezTo>
                    <a:cubicBezTo>
                      <a:pt x="259827" y="268113"/>
                      <a:pt x="268717" y="240173"/>
                      <a:pt x="281417" y="217313"/>
                    </a:cubicBezTo>
                    <a:cubicBezTo>
                      <a:pt x="294117" y="193183"/>
                      <a:pt x="311897" y="170323"/>
                      <a:pt x="332217" y="152543"/>
                    </a:cubicBezTo>
                    <a:cubicBezTo>
                      <a:pt x="352537" y="133493"/>
                      <a:pt x="376667" y="118253"/>
                      <a:pt x="400797" y="106823"/>
                    </a:cubicBezTo>
                    <a:cubicBezTo>
                      <a:pt x="424927" y="95393"/>
                      <a:pt x="452867" y="87773"/>
                      <a:pt x="480807" y="85233"/>
                    </a:cubicBezTo>
                    <a:cubicBezTo>
                      <a:pt x="507477" y="82693"/>
                      <a:pt x="535417" y="85233"/>
                      <a:pt x="562087" y="91583"/>
                    </a:cubicBezTo>
                    <a:cubicBezTo>
                      <a:pt x="588757" y="96663"/>
                      <a:pt x="615427" y="108093"/>
                      <a:pt x="638287" y="122063"/>
                    </a:cubicBezTo>
                    <a:cubicBezTo>
                      <a:pt x="661147" y="136033"/>
                      <a:pt x="682737" y="155083"/>
                      <a:pt x="700517" y="176673"/>
                    </a:cubicBezTo>
                    <a:cubicBezTo>
                      <a:pt x="717027" y="196993"/>
                      <a:pt x="732267" y="222393"/>
                      <a:pt x="741157" y="247793"/>
                    </a:cubicBezTo>
                    <a:cubicBezTo>
                      <a:pt x="751317" y="271923"/>
                      <a:pt x="757667" y="301133"/>
                      <a:pt x="758937" y="327803"/>
                    </a:cubicBezTo>
                    <a:cubicBezTo>
                      <a:pt x="760207" y="354473"/>
                      <a:pt x="756397" y="383683"/>
                      <a:pt x="748777" y="409083"/>
                    </a:cubicBezTo>
                    <a:cubicBezTo>
                      <a:pt x="741157" y="435753"/>
                      <a:pt x="728457" y="461153"/>
                      <a:pt x="713217" y="484013"/>
                    </a:cubicBezTo>
                    <a:cubicBezTo>
                      <a:pt x="697977" y="505603"/>
                      <a:pt x="677657" y="525923"/>
                      <a:pt x="656067" y="542433"/>
                    </a:cubicBezTo>
                    <a:cubicBezTo>
                      <a:pt x="634477" y="558943"/>
                      <a:pt x="609077" y="571643"/>
                      <a:pt x="582407" y="580533"/>
                    </a:cubicBezTo>
                    <a:cubicBezTo>
                      <a:pt x="557007" y="588153"/>
                      <a:pt x="537957" y="590693"/>
                      <a:pt x="501127" y="591963"/>
                    </a:cubicBezTo>
                    <a:cubicBezTo>
                      <a:pt x="430007" y="595773"/>
                      <a:pt x="259827" y="595773"/>
                      <a:pt x="183627" y="574183"/>
                    </a:cubicBezTo>
                    <a:cubicBezTo>
                      <a:pt x="136637" y="560213"/>
                      <a:pt x="103617" y="534813"/>
                      <a:pt x="78217" y="513223"/>
                    </a:cubicBezTo>
                    <a:cubicBezTo>
                      <a:pt x="60437" y="497983"/>
                      <a:pt x="50277" y="482743"/>
                      <a:pt x="38847" y="466233"/>
                    </a:cubicBezTo>
                    <a:cubicBezTo>
                      <a:pt x="28687" y="448453"/>
                      <a:pt x="18527" y="433213"/>
                      <a:pt x="12177" y="410353"/>
                    </a:cubicBezTo>
                    <a:cubicBezTo>
                      <a:pt x="4557" y="378603"/>
                      <a:pt x="-523" y="322723"/>
                      <a:pt x="2017" y="289703"/>
                    </a:cubicBezTo>
                    <a:cubicBezTo>
                      <a:pt x="4557" y="266843"/>
                      <a:pt x="8367" y="251603"/>
                      <a:pt x="19797" y="231283"/>
                    </a:cubicBezTo>
                    <a:cubicBezTo>
                      <a:pt x="33767" y="200803"/>
                      <a:pt x="61707" y="158893"/>
                      <a:pt x="92187" y="133493"/>
                    </a:cubicBezTo>
                    <a:cubicBezTo>
                      <a:pt x="122667" y="108093"/>
                      <a:pt x="167117" y="89043"/>
                      <a:pt x="201407" y="80153"/>
                    </a:cubicBezTo>
                    <a:cubicBezTo>
                      <a:pt x="229347" y="73803"/>
                      <a:pt x="239507" y="73803"/>
                      <a:pt x="282687" y="76343"/>
                    </a:cubicBezTo>
                    <a:cubicBezTo>
                      <a:pt x="450327" y="85233"/>
                      <a:pt x="1142477" y="204613"/>
                      <a:pt x="1528557" y="270653"/>
                    </a:cubicBezTo>
                    <a:cubicBezTo>
                      <a:pt x="1867647" y="327803"/>
                      <a:pt x="2322307" y="390033"/>
                      <a:pt x="2479787" y="445913"/>
                    </a:cubicBezTo>
                    <a:cubicBezTo>
                      <a:pt x="2535667" y="464963"/>
                      <a:pt x="2558527" y="477663"/>
                      <a:pt x="2586467" y="503063"/>
                    </a:cubicBezTo>
                    <a:cubicBezTo>
                      <a:pt x="2615677" y="529733"/>
                      <a:pt x="2641077" y="574183"/>
                      <a:pt x="2655047" y="604663"/>
                    </a:cubicBezTo>
                    <a:cubicBezTo>
                      <a:pt x="2663937" y="626253"/>
                      <a:pt x="2667747" y="640223"/>
                      <a:pt x="2669017" y="664353"/>
                    </a:cubicBezTo>
                    <a:cubicBezTo>
                      <a:pt x="2670287" y="697373"/>
                      <a:pt x="2666477" y="748173"/>
                      <a:pt x="2652507" y="785003"/>
                    </a:cubicBezTo>
                    <a:cubicBezTo>
                      <a:pt x="2638537" y="820563"/>
                      <a:pt x="2611867" y="858663"/>
                      <a:pt x="2582657" y="884063"/>
                    </a:cubicBezTo>
                    <a:cubicBezTo>
                      <a:pt x="2552177" y="909463"/>
                      <a:pt x="2511537" y="929783"/>
                      <a:pt x="2473437" y="938673"/>
                    </a:cubicBezTo>
                    <a:cubicBezTo>
                      <a:pt x="2435337" y="947563"/>
                      <a:pt x="2408667" y="947563"/>
                      <a:pt x="2351517" y="937403"/>
                    </a:cubicBezTo>
                    <a:cubicBezTo>
                      <a:pt x="2205467" y="912003"/>
                      <a:pt x="1846057" y="754523"/>
                      <a:pt x="1589517" y="678323"/>
                    </a:cubicBezTo>
                    <a:cubicBezTo>
                      <a:pt x="1332977" y="602123"/>
                      <a:pt x="916417" y="528463"/>
                      <a:pt x="812277" y="482743"/>
                    </a:cubicBezTo>
                    <a:cubicBezTo>
                      <a:pt x="783067" y="470043"/>
                      <a:pt x="777987" y="464963"/>
                      <a:pt x="760207" y="449723"/>
                    </a:cubicBezTo>
                    <a:cubicBezTo>
                      <a:pt x="737347" y="426863"/>
                      <a:pt x="703057" y="381143"/>
                      <a:pt x="689087" y="350663"/>
                    </a:cubicBezTo>
                    <a:cubicBezTo>
                      <a:pt x="678927" y="330343"/>
                      <a:pt x="675117" y="315103"/>
                      <a:pt x="672577" y="292243"/>
                    </a:cubicBezTo>
                    <a:cubicBezTo>
                      <a:pt x="670037" y="259223"/>
                      <a:pt x="671307" y="208423"/>
                      <a:pt x="684007" y="170323"/>
                    </a:cubicBezTo>
                    <a:cubicBezTo>
                      <a:pt x="696707" y="133493"/>
                      <a:pt x="727187" y="92853"/>
                      <a:pt x="750047" y="68723"/>
                    </a:cubicBezTo>
                    <a:cubicBezTo>
                      <a:pt x="766557" y="52213"/>
                      <a:pt x="779257" y="43323"/>
                      <a:pt x="799577" y="33163"/>
                    </a:cubicBezTo>
                    <a:cubicBezTo>
                      <a:pt x="830057" y="17923"/>
                      <a:pt x="884667" y="3953"/>
                      <a:pt x="917687" y="143"/>
                    </a:cubicBezTo>
                    <a:cubicBezTo>
                      <a:pt x="940547" y="-1127"/>
                      <a:pt x="978647" y="6493"/>
                      <a:pt x="978647" y="6493"/>
                    </a:cubicBezTo>
                  </a:path>
                </a:pathLst>
              </a:custGeom>
              <a:solidFill>
                <a:srgbClr val="000000"/>
              </a:solidFill>
              <a:ln cap="sq">
                <a:noFill/>
                <a:prstDash val="solid"/>
                <a:miter/>
              </a:ln>
            </p:spPr>
          </p:sp>
        </p:grpSp>
        <p:sp>
          <p:nvSpPr>
            <p:cNvPr name="TextBox 41" id="41"/>
            <p:cNvSpPr txBox="true"/>
            <p:nvPr/>
          </p:nvSpPr>
          <p:spPr>
            <a:xfrm rot="0">
              <a:off x="2669818" y="-19050"/>
              <a:ext cx="15756269" cy="13525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004AAD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Hastakala is an AI-p</a:t>
              </a:r>
              <a:r>
                <a:rPr lang="en-US" b="true" sz="2200">
                  <a:solidFill>
                    <a:srgbClr val="004AAD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owered business manager and B2B marketplace platform designed to empower traditional Indian artisans by eliminating exploitative middlemen. It works by :- </a:t>
              </a:r>
            </a:p>
          </p:txBody>
        </p:sp>
        <p:grpSp>
          <p:nvGrpSpPr>
            <p:cNvPr name="Group 42" id="42"/>
            <p:cNvGrpSpPr/>
            <p:nvPr/>
          </p:nvGrpSpPr>
          <p:grpSpPr>
            <a:xfrm rot="0">
              <a:off x="2582841" y="1512812"/>
              <a:ext cx="4818065" cy="837790"/>
              <a:chOff x="0" y="0"/>
              <a:chExt cx="743529" cy="129289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743529" cy="129289"/>
              </a:xfrm>
              <a:custGeom>
                <a:avLst/>
                <a:gdLst/>
                <a:ahLst/>
                <a:cxnLst/>
                <a:rect r="r" b="b" t="t" l="l"/>
                <a:pathLst>
                  <a:path h="129289" w="743529">
                    <a:moveTo>
                      <a:pt x="6307" y="0"/>
                    </a:moveTo>
                    <a:lnTo>
                      <a:pt x="737222" y="0"/>
                    </a:lnTo>
                    <a:cubicBezTo>
                      <a:pt x="740705" y="0"/>
                      <a:pt x="743529" y="2824"/>
                      <a:pt x="743529" y="6307"/>
                    </a:cubicBezTo>
                    <a:lnTo>
                      <a:pt x="743529" y="122982"/>
                    </a:lnTo>
                    <a:cubicBezTo>
                      <a:pt x="743529" y="124654"/>
                      <a:pt x="742864" y="126259"/>
                      <a:pt x="741681" y="127441"/>
                    </a:cubicBezTo>
                    <a:cubicBezTo>
                      <a:pt x="740499" y="128624"/>
                      <a:pt x="738894" y="129289"/>
                      <a:pt x="737222" y="129289"/>
                    </a:cubicBezTo>
                    <a:lnTo>
                      <a:pt x="6307" y="129289"/>
                    </a:lnTo>
                    <a:cubicBezTo>
                      <a:pt x="2824" y="129289"/>
                      <a:pt x="0" y="126465"/>
                      <a:pt x="0" y="122982"/>
                    </a:cubicBezTo>
                    <a:lnTo>
                      <a:pt x="0" y="6307"/>
                    </a:lnTo>
                    <a:cubicBezTo>
                      <a:pt x="0" y="4634"/>
                      <a:pt x="664" y="3030"/>
                      <a:pt x="1847" y="1847"/>
                    </a:cubicBezTo>
                    <a:cubicBezTo>
                      <a:pt x="3030" y="664"/>
                      <a:pt x="4634" y="0"/>
                      <a:pt x="6307" y="0"/>
                    </a:cubicBezTo>
                    <a:close/>
                  </a:path>
                </a:pathLst>
              </a:custGeom>
              <a:solidFill>
                <a:srgbClr val="F5E1CD">
                  <a:alpha val="76863"/>
                </a:srgbClr>
              </a:solidFill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0" y="-19050"/>
                <a:ext cx="743529" cy="148339"/>
              </a:xfrm>
              <a:prstGeom prst="rect">
                <a:avLst/>
              </a:prstGeom>
            </p:spPr>
            <p:txBody>
              <a:bodyPr anchor="ctr" rtlCol="false" tIns="202235" lIns="202235" bIns="202235" rIns="202235"/>
              <a:lstStyle/>
              <a:p>
                <a:pPr algn="ctr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45" id="45"/>
            <p:cNvSpPr txBox="true"/>
            <p:nvPr/>
          </p:nvSpPr>
          <p:spPr>
            <a:xfrm rot="0">
              <a:off x="2491743" y="1687943"/>
              <a:ext cx="4910633" cy="4373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10048" indent="-205024" lvl="1">
                <a:lnSpc>
                  <a:spcPts val="2658"/>
                </a:lnSpc>
                <a:buFont typeface="Arial"/>
                <a:buChar char="•"/>
              </a:pPr>
              <a:r>
                <a:rPr lang="en-US" b="true" sz="1899">
                  <a:solidFill>
                    <a:srgbClr val="21894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Ve</a:t>
              </a:r>
              <a:r>
                <a:rPr lang="en-US" b="true" sz="1899">
                  <a:solidFill>
                    <a:srgbClr val="21894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rnacular Multimodal AI</a:t>
              </a:r>
            </a:p>
          </p:txBody>
        </p:sp>
        <p:grpSp>
          <p:nvGrpSpPr>
            <p:cNvPr name="Group 46" id="46"/>
            <p:cNvGrpSpPr/>
            <p:nvPr/>
          </p:nvGrpSpPr>
          <p:grpSpPr>
            <a:xfrm rot="0">
              <a:off x="7714313" y="1512812"/>
              <a:ext cx="3989040" cy="837790"/>
              <a:chOff x="0" y="0"/>
              <a:chExt cx="615593" cy="129289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615593" cy="129289"/>
              </a:xfrm>
              <a:custGeom>
                <a:avLst/>
                <a:gdLst/>
                <a:ahLst/>
                <a:cxnLst/>
                <a:rect r="r" b="b" t="t" l="l"/>
                <a:pathLst>
                  <a:path h="129289" w="615593">
                    <a:moveTo>
                      <a:pt x="7617" y="0"/>
                    </a:moveTo>
                    <a:lnTo>
                      <a:pt x="607975" y="0"/>
                    </a:lnTo>
                    <a:cubicBezTo>
                      <a:pt x="609995" y="0"/>
                      <a:pt x="611933" y="803"/>
                      <a:pt x="613362" y="2231"/>
                    </a:cubicBezTo>
                    <a:cubicBezTo>
                      <a:pt x="614790" y="3660"/>
                      <a:pt x="615593" y="5597"/>
                      <a:pt x="615593" y="7617"/>
                    </a:cubicBezTo>
                    <a:lnTo>
                      <a:pt x="615593" y="121671"/>
                    </a:lnTo>
                    <a:cubicBezTo>
                      <a:pt x="615593" y="123691"/>
                      <a:pt x="614790" y="125629"/>
                      <a:pt x="613362" y="127057"/>
                    </a:cubicBezTo>
                    <a:cubicBezTo>
                      <a:pt x="611933" y="128486"/>
                      <a:pt x="609995" y="129289"/>
                      <a:pt x="607975" y="129289"/>
                    </a:cubicBezTo>
                    <a:lnTo>
                      <a:pt x="7617" y="129289"/>
                    </a:lnTo>
                    <a:cubicBezTo>
                      <a:pt x="3410" y="129289"/>
                      <a:pt x="0" y="125878"/>
                      <a:pt x="0" y="121671"/>
                    </a:cubicBezTo>
                    <a:lnTo>
                      <a:pt x="0" y="7617"/>
                    </a:lnTo>
                    <a:cubicBezTo>
                      <a:pt x="0" y="3410"/>
                      <a:pt x="3410" y="0"/>
                      <a:pt x="7617" y="0"/>
                    </a:cubicBezTo>
                    <a:close/>
                  </a:path>
                </a:pathLst>
              </a:custGeom>
              <a:solidFill>
                <a:srgbClr val="F5E1CD">
                  <a:alpha val="76863"/>
                </a:srgbClr>
              </a:solidFill>
            </p:spPr>
          </p:sp>
          <p:sp>
            <p:nvSpPr>
              <p:cNvPr name="TextBox 48" id="48"/>
              <p:cNvSpPr txBox="true"/>
              <p:nvPr/>
            </p:nvSpPr>
            <p:spPr>
              <a:xfrm>
                <a:off x="0" y="-19050"/>
                <a:ext cx="615593" cy="148339"/>
              </a:xfrm>
              <a:prstGeom prst="rect">
                <a:avLst/>
              </a:prstGeom>
            </p:spPr>
            <p:txBody>
              <a:bodyPr anchor="ctr" rtlCol="false" tIns="202235" lIns="202235" bIns="202235" rIns="202235"/>
              <a:lstStyle/>
              <a:p>
                <a:pPr algn="ctr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49" id="49"/>
            <p:cNvSpPr txBox="true"/>
            <p:nvPr/>
          </p:nvSpPr>
          <p:spPr>
            <a:xfrm rot="0">
              <a:off x="7612494" y="1684467"/>
              <a:ext cx="4021397" cy="4373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10048" indent="-205024" lvl="1">
                <a:lnSpc>
                  <a:spcPts val="2658"/>
                </a:lnSpc>
                <a:buFont typeface="Arial"/>
                <a:buChar char="•"/>
              </a:pPr>
              <a:r>
                <a:rPr lang="en-US" b="true" sz="1899">
                  <a:solidFill>
                    <a:srgbClr val="21894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Fair dynamic pricing</a:t>
              </a:r>
            </a:p>
          </p:txBody>
        </p:sp>
        <p:grpSp>
          <p:nvGrpSpPr>
            <p:cNvPr name="Group 50" id="50"/>
            <p:cNvGrpSpPr/>
            <p:nvPr/>
          </p:nvGrpSpPr>
          <p:grpSpPr>
            <a:xfrm rot="0">
              <a:off x="12024380" y="1512812"/>
              <a:ext cx="6467231" cy="837790"/>
              <a:chOff x="0" y="0"/>
              <a:chExt cx="998030" cy="129289"/>
            </a:xfrm>
          </p:grpSpPr>
          <p:sp>
            <p:nvSpPr>
              <p:cNvPr name="Freeform 51" id="51"/>
              <p:cNvSpPr/>
              <p:nvPr/>
            </p:nvSpPr>
            <p:spPr>
              <a:xfrm flipH="false" flipV="false" rot="0">
                <a:off x="0" y="0"/>
                <a:ext cx="998029" cy="129289"/>
              </a:xfrm>
              <a:custGeom>
                <a:avLst/>
                <a:gdLst/>
                <a:ahLst/>
                <a:cxnLst/>
                <a:rect r="r" b="b" t="t" l="l"/>
                <a:pathLst>
                  <a:path h="129289" w="998029">
                    <a:moveTo>
                      <a:pt x="4698" y="0"/>
                    </a:moveTo>
                    <a:lnTo>
                      <a:pt x="993331" y="0"/>
                    </a:lnTo>
                    <a:cubicBezTo>
                      <a:pt x="995926" y="0"/>
                      <a:pt x="998029" y="2104"/>
                      <a:pt x="998029" y="4698"/>
                    </a:cubicBezTo>
                    <a:lnTo>
                      <a:pt x="998029" y="124590"/>
                    </a:lnTo>
                    <a:cubicBezTo>
                      <a:pt x="998029" y="125836"/>
                      <a:pt x="997534" y="127031"/>
                      <a:pt x="996653" y="127912"/>
                    </a:cubicBezTo>
                    <a:cubicBezTo>
                      <a:pt x="995772" y="128794"/>
                      <a:pt x="994577" y="129289"/>
                      <a:pt x="993331" y="129289"/>
                    </a:cubicBezTo>
                    <a:lnTo>
                      <a:pt x="4698" y="129289"/>
                    </a:lnTo>
                    <a:cubicBezTo>
                      <a:pt x="2104" y="129289"/>
                      <a:pt x="0" y="127185"/>
                      <a:pt x="0" y="124590"/>
                    </a:cubicBezTo>
                    <a:lnTo>
                      <a:pt x="0" y="4698"/>
                    </a:lnTo>
                    <a:cubicBezTo>
                      <a:pt x="0" y="2104"/>
                      <a:pt x="2104" y="0"/>
                      <a:pt x="4698" y="0"/>
                    </a:cubicBezTo>
                    <a:close/>
                  </a:path>
                </a:pathLst>
              </a:custGeom>
              <a:solidFill>
                <a:srgbClr val="F5E1CD">
                  <a:alpha val="76863"/>
                </a:srgbClr>
              </a:solidFill>
            </p:spPr>
          </p:sp>
          <p:sp>
            <p:nvSpPr>
              <p:cNvPr name="TextBox 52" id="52"/>
              <p:cNvSpPr txBox="true"/>
              <p:nvPr/>
            </p:nvSpPr>
            <p:spPr>
              <a:xfrm>
                <a:off x="0" y="-19050"/>
                <a:ext cx="998030" cy="148339"/>
              </a:xfrm>
              <a:prstGeom prst="rect">
                <a:avLst/>
              </a:prstGeom>
            </p:spPr>
            <p:txBody>
              <a:bodyPr anchor="ctr" rtlCol="false" tIns="202235" lIns="202235" bIns="202235" rIns="202235"/>
              <a:lstStyle/>
              <a:p>
                <a:pPr algn="ctr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53" id="53"/>
            <p:cNvSpPr txBox="true"/>
            <p:nvPr/>
          </p:nvSpPr>
          <p:spPr>
            <a:xfrm rot="0">
              <a:off x="11913471" y="1684467"/>
              <a:ext cx="6512616" cy="4373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10048" indent="-205024" lvl="1">
                <a:lnSpc>
                  <a:spcPts val="2658"/>
                </a:lnSpc>
                <a:buFont typeface="Arial"/>
                <a:buChar char="•"/>
              </a:pPr>
              <a:r>
                <a:rPr lang="en-US" b="true" sz="1899">
                  <a:solidFill>
                    <a:srgbClr val="21894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Direct wholesale buyer connections</a:t>
              </a:r>
            </a:p>
          </p:txBody>
        </p:sp>
      </p:grpSp>
      <p:sp>
        <p:nvSpPr>
          <p:cNvPr name="Freeform 54" id="54"/>
          <p:cNvSpPr/>
          <p:nvPr/>
        </p:nvSpPr>
        <p:spPr>
          <a:xfrm flipH="false" flipV="false" rot="0">
            <a:off x="7044998" y="4947520"/>
            <a:ext cx="2099002" cy="1868231"/>
          </a:xfrm>
          <a:custGeom>
            <a:avLst/>
            <a:gdLst/>
            <a:ahLst/>
            <a:cxnLst/>
            <a:rect r="r" b="b" t="t" l="l"/>
            <a:pathLst>
              <a:path h="1868231" w="2099002">
                <a:moveTo>
                  <a:pt x="0" y="0"/>
                </a:moveTo>
                <a:lnTo>
                  <a:pt x="2099002" y="0"/>
                </a:lnTo>
                <a:lnTo>
                  <a:pt x="2099002" y="1868231"/>
                </a:lnTo>
                <a:lnTo>
                  <a:pt x="0" y="18682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96683" r="0" b="-53422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55" id="55"/>
          <p:cNvSpPr/>
          <p:nvPr/>
        </p:nvSpPr>
        <p:spPr>
          <a:xfrm flipH="false" flipV="false" rot="0">
            <a:off x="7044998" y="6925730"/>
            <a:ext cx="2099002" cy="2471925"/>
          </a:xfrm>
          <a:custGeom>
            <a:avLst/>
            <a:gdLst/>
            <a:ahLst/>
            <a:cxnLst/>
            <a:rect r="r" b="b" t="t" l="l"/>
            <a:pathLst>
              <a:path h="2471925" w="2099002">
                <a:moveTo>
                  <a:pt x="0" y="0"/>
                </a:moveTo>
                <a:lnTo>
                  <a:pt x="2099002" y="0"/>
                </a:lnTo>
                <a:lnTo>
                  <a:pt x="2099002" y="2471925"/>
                </a:lnTo>
                <a:lnTo>
                  <a:pt x="0" y="24719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58241" r="0" b="-31509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grpSp>
        <p:nvGrpSpPr>
          <p:cNvPr name="Group 56" id="56"/>
          <p:cNvGrpSpPr/>
          <p:nvPr/>
        </p:nvGrpSpPr>
        <p:grpSpPr>
          <a:xfrm rot="0">
            <a:off x="3776504" y="3242267"/>
            <a:ext cx="2425065" cy="2345867"/>
            <a:chOff x="0" y="0"/>
            <a:chExt cx="3233421" cy="3127823"/>
          </a:xfrm>
        </p:grpSpPr>
        <p:sp>
          <p:nvSpPr>
            <p:cNvPr name="Freeform 57" id="57"/>
            <p:cNvSpPr/>
            <p:nvPr/>
          </p:nvSpPr>
          <p:spPr>
            <a:xfrm flipH="true" flipV="false" rot="-1315356">
              <a:off x="346751" y="389199"/>
              <a:ext cx="2539918" cy="2349424"/>
            </a:xfrm>
            <a:custGeom>
              <a:avLst/>
              <a:gdLst/>
              <a:ahLst/>
              <a:cxnLst/>
              <a:rect r="r" b="b" t="t" l="l"/>
              <a:pathLst>
                <a:path h="2349424" w="2539918">
                  <a:moveTo>
                    <a:pt x="2539918" y="0"/>
                  </a:moveTo>
                  <a:lnTo>
                    <a:pt x="0" y="0"/>
                  </a:lnTo>
                  <a:lnTo>
                    <a:pt x="0" y="2349425"/>
                  </a:lnTo>
                  <a:lnTo>
                    <a:pt x="2539918" y="2349425"/>
                  </a:lnTo>
                  <a:lnTo>
                    <a:pt x="2539918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 rot="-1317750">
              <a:off x="801394" y="961234"/>
              <a:ext cx="1798897" cy="1057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39"/>
                </a:lnSpc>
                <a:spcBef>
                  <a:spcPct val="0"/>
                </a:spcBef>
              </a:pPr>
              <a:r>
                <a:rPr lang="en-US" b="true" sz="1699">
                  <a:solidFill>
                    <a:srgbClr val="623B2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Why Hastakala is better ?</a:t>
              </a:r>
            </a:p>
          </p:txBody>
        </p:sp>
      </p:grpSp>
      <p:sp>
        <p:nvSpPr>
          <p:cNvPr name="Freeform 59" id="59"/>
          <p:cNvSpPr/>
          <p:nvPr/>
        </p:nvSpPr>
        <p:spPr>
          <a:xfrm flipH="false" flipV="false" rot="0">
            <a:off x="4530644" y="5277354"/>
            <a:ext cx="2430846" cy="4076267"/>
          </a:xfrm>
          <a:custGeom>
            <a:avLst/>
            <a:gdLst/>
            <a:ahLst/>
            <a:cxnLst/>
            <a:rect r="r" b="b" t="t" l="l"/>
            <a:pathLst>
              <a:path h="4076267" w="2430846">
                <a:moveTo>
                  <a:pt x="0" y="0"/>
                </a:moveTo>
                <a:lnTo>
                  <a:pt x="2430847" y="0"/>
                </a:lnTo>
                <a:lnTo>
                  <a:pt x="2430847" y="4076267"/>
                </a:lnTo>
                <a:lnTo>
                  <a:pt x="0" y="407626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-24920" r="0" b="-7830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name="AutoShape 60" id="60"/>
          <p:cNvSpPr/>
          <p:nvPr/>
        </p:nvSpPr>
        <p:spPr>
          <a:xfrm>
            <a:off x="9375300" y="3838844"/>
            <a:ext cx="19050" cy="5558743"/>
          </a:xfrm>
          <a:prstGeom prst="line">
            <a:avLst/>
          </a:prstGeom>
          <a:ln cap="rnd" w="28575">
            <a:solidFill>
              <a:srgbClr val="F2672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1" id="61"/>
          <p:cNvSpPr/>
          <p:nvPr/>
        </p:nvSpPr>
        <p:spPr>
          <a:xfrm flipH="false" flipV="false" rot="0">
            <a:off x="9649229" y="4111022"/>
            <a:ext cx="2046151" cy="2814708"/>
          </a:xfrm>
          <a:custGeom>
            <a:avLst/>
            <a:gdLst/>
            <a:ahLst/>
            <a:cxnLst/>
            <a:rect r="r" b="b" t="t" l="l"/>
            <a:pathLst>
              <a:path h="2814708" w="2046151">
                <a:moveTo>
                  <a:pt x="0" y="0"/>
                </a:moveTo>
                <a:lnTo>
                  <a:pt x="2046151" y="0"/>
                </a:lnTo>
                <a:lnTo>
                  <a:pt x="2046151" y="2814708"/>
                </a:lnTo>
                <a:lnTo>
                  <a:pt x="0" y="281470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-48885" r="0" b="-232882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62" id="62"/>
          <p:cNvSpPr/>
          <p:nvPr/>
        </p:nvSpPr>
        <p:spPr>
          <a:xfrm flipH="false" flipV="false" rot="0">
            <a:off x="11935972" y="3832365"/>
            <a:ext cx="2340856" cy="5425935"/>
          </a:xfrm>
          <a:custGeom>
            <a:avLst/>
            <a:gdLst/>
            <a:ahLst/>
            <a:cxnLst/>
            <a:rect r="r" b="b" t="t" l="l"/>
            <a:pathLst>
              <a:path h="5425935" w="2340856">
                <a:moveTo>
                  <a:pt x="0" y="0"/>
                </a:moveTo>
                <a:lnTo>
                  <a:pt x="2340856" y="0"/>
                </a:lnTo>
                <a:lnTo>
                  <a:pt x="2340856" y="5425935"/>
                </a:lnTo>
                <a:lnTo>
                  <a:pt x="0" y="542593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-87959" r="0" b="-38606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63" id="63"/>
          <p:cNvSpPr/>
          <p:nvPr/>
        </p:nvSpPr>
        <p:spPr>
          <a:xfrm flipH="false" flipV="false" rot="0">
            <a:off x="9649229" y="7145022"/>
            <a:ext cx="2058719" cy="1727496"/>
          </a:xfrm>
          <a:custGeom>
            <a:avLst/>
            <a:gdLst/>
            <a:ahLst/>
            <a:cxnLst/>
            <a:rect r="r" b="b" t="t" l="l"/>
            <a:pathLst>
              <a:path h="1727496" w="2058719">
                <a:moveTo>
                  <a:pt x="0" y="0"/>
                </a:moveTo>
                <a:lnTo>
                  <a:pt x="2058719" y="0"/>
                </a:lnTo>
                <a:lnTo>
                  <a:pt x="2058719" y="1727496"/>
                </a:lnTo>
                <a:lnTo>
                  <a:pt x="0" y="172749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-94706" r="0" b="-71602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name="AutoShape 64" id="64"/>
          <p:cNvSpPr/>
          <p:nvPr/>
        </p:nvSpPr>
        <p:spPr>
          <a:xfrm>
            <a:off x="14636791" y="3794829"/>
            <a:ext cx="19050" cy="5558743"/>
          </a:xfrm>
          <a:prstGeom prst="line">
            <a:avLst/>
          </a:prstGeom>
          <a:ln cap="rnd" w="28575">
            <a:solidFill>
              <a:srgbClr val="F2672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5" id="65"/>
          <p:cNvSpPr/>
          <p:nvPr/>
        </p:nvSpPr>
        <p:spPr>
          <a:xfrm flipH="false" flipV="false" rot="0">
            <a:off x="14947470" y="3848970"/>
            <a:ext cx="2767879" cy="5504651"/>
          </a:xfrm>
          <a:custGeom>
            <a:avLst/>
            <a:gdLst/>
            <a:ahLst/>
            <a:cxnLst/>
            <a:rect r="r" b="b" t="t" l="l"/>
            <a:pathLst>
              <a:path h="5504651" w="2767879">
                <a:moveTo>
                  <a:pt x="0" y="0"/>
                </a:moveTo>
                <a:lnTo>
                  <a:pt x="2767878" y="0"/>
                </a:lnTo>
                <a:lnTo>
                  <a:pt x="2767878" y="5504651"/>
                </a:lnTo>
                <a:lnTo>
                  <a:pt x="0" y="550465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-11793" r="0" b="-569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TECHNICAL APPROACH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475612" y="359321"/>
            <a:ext cx="2166328" cy="1374229"/>
            <a:chOff x="0" y="0"/>
            <a:chExt cx="2888437" cy="1832305"/>
          </a:xfrm>
        </p:grpSpPr>
        <p:sp>
          <p:nvSpPr>
            <p:cNvPr name="Freeform 11" id="11" descr="Your startup LOGO"/>
            <p:cNvSpPr/>
            <p:nvPr/>
          </p:nvSpPr>
          <p:spPr>
            <a:xfrm flipH="false" flipV="false" rot="0">
              <a:off x="0" y="0"/>
              <a:ext cx="2888488" cy="1832356"/>
            </a:xfrm>
            <a:custGeom>
              <a:avLst/>
              <a:gdLst/>
              <a:ahLst/>
              <a:cxnLst/>
              <a:rect r="r" b="b" t="t" l="l"/>
              <a:pathLst>
                <a:path h="1832356" w="2888488">
                  <a:moveTo>
                    <a:pt x="0" y="916178"/>
                  </a:moveTo>
                  <a:cubicBezTo>
                    <a:pt x="0" y="410210"/>
                    <a:pt x="646557" y="0"/>
                    <a:pt x="1444244" y="0"/>
                  </a:cubicBezTo>
                  <a:cubicBezTo>
                    <a:pt x="2241931" y="0"/>
                    <a:pt x="2888488" y="410210"/>
                    <a:pt x="2888488" y="916178"/>
                  </a:cubicBezTo>
                  <a:cubicBezTo>
                    <a:pt x="2888488" y="1422146"/>
                    <a:pt x="2241931" y="1832356"/>
                    <a:pt x="1444244" y="1832356"/>
                  </a:cubicBezTo>
                  <a:cubicBezTo>
                    <a:pt x="646557" y="1832356"/>
                    <a:pt x="0" y="1422146"/>
                    <a:pt x="0" y="916178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2888437" cy="18608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Mind Forge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971086" y="2498243"/>
            <a:ext cx="8311273" cy="6728175"/>
            <a:chOff x="0" y="0"/>
            <a:chExt cx="11081697" cy="897089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357505"/>
              <a:ext cx="2943846" cy="2929127"/>
            </a:xfrm>
            <a:custGeom>
              <a:avLst/>
              <a:gdLst/>
              <a:ahLst/>
              <a:cxnLst/>
              <a:rect r="r" b="b" t="t" l="l"/>
              <a:pathLst>
                <a:path h="2929127" w="2943846">
                  <a:moveTo>
                    <a:pt x="0" y="0"/>
                  </a:moveTo>
                  <a:lnTo>
                    <a:pt x="2943846" y="0"/>
                  </a:lnTo>
                  <a:lnTo>
                    <a:pt x="2943846" y="2929127"/>
                  </a:lnTo>
                  <a:lnTo>
                    <a:pt x="0" y="29291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grpSp>
          <p:nvGrpSpPr>
            <p:cNvPr name="Group 15" id="15"/>
            <p:cNvGrpSpPr/>
            <p:nvPr/>
          </p:nvGrpSpPr>
          <p:grpSpPr>
            <a:xfrm rot="0">
              <a:off x="547108" y="897254"/>
              <a:ext cx="1849629" cy="1849629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4E7D5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59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643622" y="1410928"/>
              <a:ext cx="1656603" cy="8032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70"/>
                </a:lnSpc>
                <a:spcBef>
                  <a:spcPct val="0"/>
                </a:spcBef>
              </a:pPr>
              <a:r>
                <a:rPr lang="en-US" sz="197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Register / Login</a:t>
              </a:r>
            </a:p>
          </p:txBody>
        </p:sp>
        <p:sp>
          <p:nvSpPr>
            <p:cNvPr name="Freeform 19" id="19"/>
            <p:cNvSpPr/>
            <p:nvPr/>
          </p:nvSpPr>
          <p:spPr>
            <a:xfrm flipH="false" flipV="false" rot="156224">
              <a:off x="2988970" y="1410093"/>
              <a:ext cx="1780808" cy="1771904"/>
            </a:xfrm>
            <a:custGeom>
              <a:avLst/>
              <a:gdLst/>
              <a:ahLst/>
              <a:cxnLst/>
              <a:rect r="r" b="b" t="t" l="l"/>
              <a:pathLst>
                <a:path h="1771904" w="1780808">
                  <a:moveTo>
                    <a:pt x="0" y="0"/>
                  </a:moveTo>
                  <a:lnTo>
                    <a:pt x="1780808" y="0"/>
                  </a:lnTo>
                  <a:lnTo>
                    <a:pt x="1780808" y="1771904"/>
                  </a:lnTo>
                  <a:lnTo>
                    <a:pt x="0" y="17719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grpSp>
          <p:nvGrpSpPr>
            <p:cNvPr name="Group 20" id="20"/>
            <p:cNvGrpSpPr/>
            <p:nvPr/>
          </p:nvGrpSpPr>
          <p:grpSpPr>
            <a:xfrm rot="-82916">
              <a:off x="3319930" y="1736601"/>
              <a:ext cx="1118888" cy="1118888"/>
              <a:chOff x="0" y="0"/>
              <a:chExt cx="812800" cy="8128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4E7D5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</p:spPr>
            <p:txBody>
              <a:bodyPr anchor="ctr" rtlCol="false" tIns="30730" lIns="30730" bIns="30730" rIns="30730"/>
              <a:lstStyle/>
              <a:p>
                <a:pPr algn="ctr">
                  <a:lnSpc>
                    <a:spcPts val="2159"/>
                  </a:lnSpc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-82916">
              <a:off x="3378198" y="2049335"/>
              <a:ext cx="1002121" cy="4838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434"/>
                </a:lnSpc>
                <a:spcBef>
                  <a:spcPct val="0"/>
                </a:spcBef>
              </a:pPr>
              <a:r>
                <a:rPr lang="en-US" sz="119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Add New Product</a:t>
              </a:r>
            </a:p>
          </p:txBody>
        </p:sp>
        <p:sp>
          <p:nvSpPr>
            <p:cNvPr name="Freeform 24" id="24"/>
            <p:cNvSpPr/>
            <p:nvPr/>
          </p:nvSpPr>
          <p:spPr>
            <a:xfrm>
              <a:off x="3213920" y="3100567"/>
              <a:ext cx="1487203" cy="355105"/>
            </a:xfrm>
            <a:custGeom>
              <a:avLst/>
              <a:gdLst/>
              <a:ahLst/>
              <a:cxnLst/>
              <a:rect r="r" b="b" t="t" l="l"/>
              <a:pathLst>
                <a:path h="355105" w="1487203">
                  <a:moveTo>
                    <a:pt x="0" y="157505"/>
                  </a:moveTo>
                  <a:quadBezTo>
                    <a:pt x="800923" y="620000"/>
                    <a:pt x="1487203" y="0"/>
                  </a:quadBezTo>
                </a:path>
              </a:pathLst>
            </a:custGeom>
            <a:ln cap="rnd" w="65348">
              <a:solidFill>
                <a:srgbClr val="06D001"/>
              </a:solidFill>
              <a:prstDash val="sysDash"/>
              <a:headEnd type="none" len="sm" w="sm"/>
              <a:tailEnd type="triangle" len="med" w="lg"/>
            </a:ln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6660427" y="1285664"/>
              <a:ext cx="2075243" cy="2020762"/>
            </a:xfrm>
            <a:custGeom>
              <a:avLst/>
              <a:gdLst/>
              <a:ahLst/>
              <a:cxnLst/>
              <a:rect r="r" b="b" t="t" l="l"/>
              <a:pathLst>
                <a:path h="2020762" w="2075243">
                  <a:moveTo>
                    <a:pt x="0" y="0"/>
                  </a:moveTo>
                  <a:lnTo>
                    <a:pt x="2075243" y="0"/>
                  </a:lnTo>
                  <a:lnTo>
                    <a:pt x="2075243" y="2020761"/>
                  </a:lnTo>
                  <a:lnTo>
                    <a:pt x="0" y="20207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1091" r="0" b="-1091"/>
              </a:stretch>
            </a:blipFill>
          </p:spPr>
        </p:sp>
        <p:grpSp>
          <p:nvGrpSpPr>
            <p:cNvPr name="Group 26" id="26"/>
            <p:cNvGrpSpPr/>
            <p:nvPr/>
          </p:nvGrpSpPr>
          <p:grpSpPr>
            <a:xfrm rot="0">
              <a:off x="7046107" y="1708470"/>
              <a:ext cx="1303883" cy="1175149"/>
              <a:chOff x="0" y="0"/>
              <a:chExt cx="901840" cy="8128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90184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901840">
                    <a:moveTo>
                      <a:pt x="450920" y="0"/>
                    </a:moveTo>
                    <a:cubicBezTo>
                      <a:pt x="201884" y="0"/>
                      <a:pt x="0" y="181951"/>
                      <a:pt x="0" y="406400"/>
                    </a:cubicBezTo>
                    <a:cubicBezTo>
                      <a:pt x="0" y="630849"/>
                      <a:pt x="201884" y="812800"/>
                      <a:pt x="450920" y="812800"/>
                    </a:cubicBezTo>
                    <a:cubicBezTo>
                      <a:pt x="699956" y="812800"/>
                      <a:pt x="901840" y="630849"/>
                      <a:pt x="901840" y="406400"/>
                    </a:cubicBezTo>
                    <a:cubicBezTo>
                      <a:pt x="901840" y="181951"/>
                      <a:pt x="699956" y="0"/>
                      <a:pt x="450920" y="0"/>
                    </a:cubicBezTo>
                    <a:close/>
                  </a:path>
                </a:pathLst>
              </a:custGeom>
              <a:solidFill>
                <a:srgbClr val="E4E7D5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84547" y="57150"/>
                <a:ext cx="732745" cy="679450"/>
              </a:xfrm>
              <a:prstGeom prst="rect">
                <a:avLst/>
              </a:prstGeom>
            </p:spPr>
            <p:txBody>
              <a:bodyPr anchor="ctr" rtlCol="false" tIns="32275" lIns="32275" bIns="32275" rIns="32275"/>
              <a:lstStyle/>
              <a:p>
                <a:pPr algn="ctr">
                  <a:lnSpc>
                    <a:spcPts val="2159"/>
                  </a:lnSpc>
                </a:pPr>
              </a:p>
            </p:txBody>
          </p:sp>
        </p:grpSp>
        <p:sp>
          <p:nvSpPr>
            <p:cNvPr name="TextBox 29" id="29"/>
            <p:cNvSpPr txBox="true"/>
            <p:nvPr/>
          </p:nvSpPr>
          <p:spPr>
            <a:xfrm rot="0">
              <a:off x="7114144" y="1935042"/>
              <a:ext cx="1167810" cy="7124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413"/>
                </a:lnSpc>
                <a:spcBef>
                  <a:spcPct val="0"/>
                </a:spcBef>
              </a:pPr>
              <a:r>
                <a:rPr lang="en-US" sz="1178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Choose your Language</a:t>
              </a:r>
            </a:p>
          </p:txBody>
        </p:sp>
        <p:sp>
          <p:nvSpPr>
            <p:cNvPr name="Freeform 30" id="30"/>
            <p:cNvSpPr/>
            <p:nvPr/>
          </p:nvSpPr>
          <p:spPr>
            <a:xfrm flipH="false" flipV="false" rot="0">
              <a:off x="4692760" y="390585"/>
              <a:ext cx="2030916" cy="2020762"/>
            </a:xfrm>
            <a:custGeom>
              <a:avLst/>
              <a:gdLst/>
              <a:ahLst/>
              <a:cxnLst/>
              <a:rect r="r" b="b" t="t" l="l"/>
              <a:pathLst>
                <a:path h="2020762" w="2030916">
                  <a:moveTo>
                    <a:pt x="0" y="0"/>
                  </a:moveTo>
                  <a:lnTo>
                    <a:pt x="2030916" y="0"/>
                  </a:lnTo>
                  <a:lnTo>
                    <a:pt x="2030916" y="2020762"/>
                  </a:lnTo>
                  <a:lnTo>
                    <a:pt x="0" y="20207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  <p:grpSp>
          <p:nvGrpSpPr>
            <p:cNvPr name="Group 31" id="31"/>
            <p:cNvGrpSpPr/>
            <p:nvPr/>
          </p:nvGrpSpPr>
          <p:grpSpPr>
            <a:xfrm rot="0">
              <a:off x="5084389" y="762950"/>
              <a:ext cx="1276032" cy="1276032"/>
              <a:chOff x="0" y="0"/>
              <a:chExt cx="812800" cy="81280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4E7D5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</p:spPr>
            <p:txBody>
              <a:bodyPr anchor="ctr" rtlCol="false" tIns="35046" lIns="35046" bIns="35046" rIns="35046"/>
              <a:lstStyle/>
              <a:p>
                <a:pPr algn="ctr">
                  <a:lnSpc>
                    <a:spcPts val="2159"/>
                  </a:lnSpc>
                </a:pPr>
              </a:p>
            </p:txBody>
          </p:sp>
        </p:grpSp>
        <p:sp>
          <p:nvSpPr>
            <p:cNvPr name="TextBox 34" id="34"/>
            <p:cNvSpPr txBox="true"/>
            <p:nvPr/>
          </p:nvSpPr>
          <p:spPr>
            <a:xfrm rot="0">
              <a:off x="5150972" y="1111418"/>
              <a:ext cx="1142866" cy="5600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35"/>
                </a:lnSpc>
                <a:spcBef>
                  <a:spcPct val="0"/>
                </a:spcBef>
              </a:pPr>
              <a:r>
                <a:rPr lang="en-US" sz="1362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Click Pictures</a:t>
              </a:r>
            </a:p>
          </p:txBody>
        </p:sp>
        <p:sp>
          <p:nvSpPr>
            <p:cNvPr name="Freeform 35" id="35"/>
            <p:cNvSpPr/>
            <p:nvPr/>
          </p:nvSpPr>
          <p:spPr>
            <a:xfrm flipH="false" flipV="false" rot="239140">
              <a:off x="8193335" y="2615366"/>
              <a:ext cx="2636547" cy="2623364"/>
            </a:xfrm>
            <a:custGeom>
              <a:avLst/>
              <a:gdLst/>
              <a:ahLst/>
              <a:cxnLst/>
              <a:rect r="r" b="b" t="t" l="l"/>
              <a:pathLst>
                <a:path h="2623364" w="2636547">
                  <a:moveTo>
                    <a:pt x="0" y="0"/>
                  </a:moveTo>
                  <a:lnTo>
                    <a:pt x="2636547" y="0"/>
                  </a:lnTo>
                  <a:lnTo>
                    <a:pt x="2636547" y="2623364"/>
                  </a:lnTo>
                  <a:lnTo>
                    <a:pt x="0" y="26233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grpSp>
          <p:nvGrpSpPr>
            <p:cNvPr name="Group 36" id="36"/>
            <p:cNvGrpSpPr/>
            <p:nvPr/>
          </p:nvGrpSpPr>
          <p:grpSpPr>
            <a:xfrm rot="0">
              <a:off x="8683332" y="3098772"/>
              <a:ext cx="1656552" cy="1656552"/>
              <a:chOff x="0" y="0"/>
              <a:chExt cx="812800" cy="81280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4E7D5"/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</p:spPr>
            <p:txBody>
              <a:bodyPr anchor="ctr" rtlCol="false" tIns="45497" lIns="45497" bIns="45497" rIns="45497"/>
              <a:lstStyle/>
              <a:p>
                <a:pPr algn="ctr">
                  <a:lnSpc>
                    <a:spcPts val="2160"/>
                  </a:lnSpc>
                </a:pPr>
              </a:p>
            </p:txBody>
          </p:sp>
        </p:grpSp>
        <p:sp>
          <p:nvSpPr>
            <p:cNvPr name="TextBox 39" id="39"/>
            <p:cNvSpPr txBox="true"/>
            <p:nvPr/>
          </p:nvSpPr>
          <p:spPr>
            <a:xfrm rot="0">
              <a:off x="8769771" y="3556836"/>
              <a:ext cx="1483675" cy="7213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23"/>
                </a:lnSpc>
                <a:spcBef>
                  <a:spcPct val="0"/>
                </a:spcBef>
              </a:pPr>
              <a:r>
                <a:rPr lang="en-US" sz="176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Describe by Voice</a:t>
              </a:r>
            </a:p>
          </p:txBody>
        </p:sp>
        <p:sp>
          <p:nvSpPr>
            <p:cNvPr name="Freeform 40" id="40"/>
            <p:cNvSpPr/>
            <p:nvPr/>
          </p:nvSpPr>
          <p:spPr>
            <a:xfrm flipH="false" flipV="false" rot="156224">
              <a:off x="8027063" y="5399492"/>
              <a:ext cx="1779491" cy="1770594"/>
            </a:xfrm>
            <a:custGeom>
              <a:avLst/>
              <a:gdLst/>
              <a:ahLst/>
              <a:cxnLst/>
              <a:rect r="r" b="b" t="t" l="l"/>
              <a:pathLst>
                <a:path h="1770594" w="1779491">
                  <a:moveTo>
                    <a:pt x="0" y="0"/>
                  </a:moveTo>
                  <a:lnTo>
                    <a:pt x="1779491" y="0"/>
                  </a:lnTo>
                  <a:lnTo>
                    <a:pt x="1779491" y="1770593"/>
                  </a:lnTo>
                  <a:lnTo>
                    <a:pt x="0" y="17705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grpSp>
          <p:nvGrpSpPr>
            <p:cNvPr name="Group 41" id="41"/>
            <p:cNvGrpSpPr/>
            <p:nvPr/>
          </p:nvGrpSpPr>
          <p:grpSpPr>
            <a:xfrm rot="-82916">
              <a:off x="8357778" y="5725758"/>
              <a:ext cx="1118061" cy="1118061"/>
              <a:chOff x="0" y="0"/>
              <a:chExt cx="812800" cy="812800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4E7D5"/>
              </a:solidFill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</p:spPr>
            <p:txBody>
              <a:bodyPr anchor="ctr" rtlCol="false" tIns="30707" lIns="30707" bIns="30707" rIns="30707"/>
              <a:lstStyle/>
              <a:p>
                <a:pPr algn="ctr">
                  <a:lnSpc>
                    <a:spcPts val="2159"/>
                  </a:lnSpc>
                </a:pPr>
              </a:p>
            </p:txBody>
          </p:sp>
        </p:grpSp>
        <p:sp>
          <p:nvSpPr>
            <p:cNvPr name="TextBox 44" id="44"/>
            <p:cNvSpPr txBox="true"/>
            <p:nvPr/>
          </p:nvSpPr>
          <p:spPr>
            <a:xfrm rot="-82916">
              <a:off x="8416003" y="6038254"/>
              <a:ext cx="1001380" cy="4835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432"/>
                </a:lnSpc>
                <a:spcBef>
                  <a:spcPct val="0"/>
                </a:spcBef>
              </a:pPr>
              <a:r>
                <a:rPr lang="en-US" sz="1194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Review Cataloge</a:t>
              </a:r>
            </a:p>
          </p:txBody>
        </p:sp>
        <p:sp>
          <p:nvSpPr>
            <p:cNvPr name="Freeform 45" id="45"/>
            <p:cNvSpPr/>
            <p:nvPr/>
          </p:nvSpPr>
          <p:spPr>
            <a:xfrm>
              <a:off x="6660427" y="6693764"/>
              <a:ext cx="952481" cy="262597"/>
            </a:xfrm>
            <a:custGeom>
              <a:avLst/>
              <a:gdLst/>
              <a:ahLst/>
              <a:cxnLst/>
              <a:rect r="r" b="b" t="t" l="l"/>
              <a:pathLst>
                <a:path h="262597" w="952481">
                  <a:moveTo>
                    <a:pt x="952481" y="0"/>
                  </a:moveTo>
                  <a:quadBezTo>
                    <a:pt x="536828" y="379002"/>
                    <a:pt x="0" y="210997"/>
                  </a:quadBezTo>
                </a:path>
              </a:pathLst>
            </a:custGeom>
            <a:ln cap="rnd" w="65348">
              <a:solidFill>
                <a:srgbClr val="06D001"/>
              </a:solidFill>
              <a:prstDash val="sysDash"/>
              <a:headEnd type="none" len="sm" w="sm"/>
              <a:tailEnd type="triangle" len="med" w="lg"/>
            </a:ln>
          </p:spPr>
        </p:sp>
        <p:sp>
          <p:nvSpPr>
            <p:cNvPr name="Freeform 46" id="46"/>
            <p:cNvSpPr/>
            <p:nvPr/>
          </p:nvSpPr>
          <p:spPr>
            <a:xfrm flipH="false" flipV="false" rot="156224">
              <a:off x="6000904" y="4924541"/>
              <a:ext cx="1833360" cy="1824193"/>
            </a:xfrm>
            <a:custGeom>
              <a:avLst/>
              <a:gdLst/>
              <a:ahLst/>
              <a:cxnLst/>
              <a:rect r="r" b="b" t="t" l="l"/>
              <a:pathLst>
                <a:path h="1824193" w="1833360">
                  <a:moveTo>
                    <a:pt x="0" y="0"/>
                  </a:moveTo>
                  <a:lnTo>
                    <a:pt x="1833360" y="0"/>
                  </a:lnTo>
                  <a:lnTo>
                    <a:pt x="1833360" y="1824194"/>
                  </a:lnTo>
                  <a:lnTo>
                    <a:pt x="0" y="18241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  <p:grpSp>
          <p:nvGrpSpPr>
            <p:cNvPr name="Group 47" id="47"/>
            <p:cNvGrpSpPr/>
            <p:nvPr/>
          </p:nvGrpSpPr>
          <p:grpSpPr>
            <a:xfrm rot="-82916">
              <a:off x="6341630" y="5260684"/>
              <a:ext cx="1151907" cy="1151907"/>
              <a:chOff x="0" y="0"/>
              <a:chExt cx="812800" cy="812800"/>
            </a:xfrm>
          </p:grpSpPr>
          <p:sp>
            <p:nvSpPr>
              <p:cNvPr name="Freeform 48" id="4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4E7D5"/>
              </a:solidFill>
            </p:spPr>
          </p:sp>
          <p:sp>
            <p:nvSpPr>
              <p:cNvPr name="TextBox 49" id="49"/>
              <p:cNvSpPr txBox="true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</p:spPr>
            <p:txBody>
              <a:bodyPr anchor="ctr" rtlCol="false" tIns="31637" lIns="31637" bIns="31637" rIns="31637"/>
              <a:lstStyle/>
              <a:p>
                <a:pPr algn="ctr">
                  <a:lnSpc>
                    <a:spcPts val="2160"/>
                  </a:lnSpc>
                </a:pPr>
              </a:p>
            </p:txBody>
          </p:sp>
        </p:grpSp>
        <p:sp>
          <p:nvSpPr>
            <p:cNvPr name="TextBox 50" id="50"/>
            <p:cNvSpPr txBox="true"/>
            <p:nvPr/>
          </p:nvSpPr>
          <p:spPr>
            <a:xfrm rot="-82916">
              <a:off x="6401621" y="5460836"/>
              <a:ext cx="1031694" cy="7420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476"/>
                </a:lnSpc>
                <a:spcBef>
                  <a:spcPct val="0"/>
                </a:spcBef>
              </a:pPr>
              <a:r>
                <a:rPr lang="en-US" sz="123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Set up dynamic pricing</a:t>
              </a:r>
            </a:p>
          </p:txBody>
        </p:sp>
        <p:sp>
          <p:nvSpPr>
            <p:cNvPr name="Freeform 51" id="51"/>
            <p:cNvSpPr/>
            <p:nvPr/>
          </p:nvSpPr>
          <p:spPr>
            <a:xfrm flipH="false" flipV="false" rot="0">
              <a:off x="3220054" y="5821025"/>
              <a:ext cx="3133159" cy="3117493"/>
            </a:xfrm>
            <a:custGeom>
              <a:avLst/>
              <a:gdLst/>
              <a:ahLst/>
              <a:cxnLst/>
              <a:rect r="r" b="b" t="t" l="l"/>
              <a:pathLst>
                <a:path h="3117493" w="3133159">
                  <a:moveTo>
                    <a:pt x="0" y="0"/>
                  </a:moveTo>
                  <a:lnTo>
                    <a:pt x="3133159" y="0"/>
                  </a:lnTo>
                  <a:lnTo>
                    <a:pt x="3133159" y="3117494"/>
                  </a:lnTo>
                  <a:lnTo>
                    <a:pt x="0" y="31174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  <p:grpSp>
          <p:nvGrpSpPr>
            <p:cNvPr name="Group 52" id="52"/>
            <p:cNvGrpSpPr/>
            <p:nvPr/>
          </p:nvGrpSpPr>
          <p:grpSpPr>
            <a:xfrm rot="0">
              <a:off x="3802346" y="6395484"/>
              <a:ext cx="1968575" cy="1968575"/>
              <a:chOff x="0" y="0"/>
              <a:chExt cx="812800" cy="812800"/>
            </a:xfrm>
          </p:grpSpPr>
          <p:sp>
            <p:nvSpPr>
              <p:cNvPr name="Freeform 53" id="5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4E7D5"/>
              </a:solidFill>
            </p:spPr>
          </p:sp>
          <p:sp>
            <p:nvSpPr>
              <p:cNvPr name="TextBox 54" id="54"/>
              <p:cNvSpPr txBox="true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</p:spPr>
            <p:txBody>
              <a:bodyPr anchor="ctr" rtlCol="false" tIns="54067" lIns="54067" bIns="54067" rIns="54067"/>
              <a:lstStyle/>
              <a:p>
                <a:pPr algn="ctr">
                  <a:lnSpc>
                    <a:spcPts val="2159"/>
                  </a:lnSpc>
                </a:pPr>
              </a:p>
            </p:txBody>
          </p:sp>
        </p:grpSp>
        <p:sp>
          <p:nvSpPr>
            <p:cNvPr name="TextBox 55" id="55"/>
            <p:cNvSpPr txBox="true"/>
            <p:nvPr/>
          </p:nvSpPr>
          <p:spPr>
            <a:xfrm rot="0">
              <a:off x="3905066" y="6943417"/>
              <a:ext cx="1763135" cy="8536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3"/>
                </a:lnSpc>
                <a:spcBef>
                  <a:spcPct val="0"/>
                </a:spcBef>
              </a:pPr>
              <a:r>
                <a:rPr lang="en-US" sz="2102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Publish Product</a:t>
              </a:r>
            </a:p>
          </p:txBody>
        </p:sp>
        <p:sp>
          <p:nvSpPr>
            <p:cNvPr name="Freeform 56" id="56"/>
            <p:cNvSpPr/>
            <p:nvPr/>
          </p:nvSpPr>
          <p:spPr>
            <a:xfrm flipH="false" flipV="false" rot="0">
              <a:off x="876182" y="6194021"/>
              <a:ext cx="2152101" cy="2201154"/>
            </a:xfrm>
            <a:custGeom>
              <a:avLst/>
              <a:gdLst/>
              <a:ahLst/>
              <a:cxnLst/>
              <a:rect r="r" b="b" t="t" l="l"/>
              <a:pathLst>
                <a:path h="2201154" w="2152101">
                  <a:moveTo>
                    <a:pt x="0" y="0"/>
                  </a:moveTo>
                  <a:lnTo>
                    <a:pt x="2152101" y="0"/>
                  </a:lnTo>
                  <a:lnTo>
                    <a:pt x="2152101" y="2201154"/>
                  </a:lnTo>
                  <a:lnTo>
                    <a:pt x="0" y="22011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396" t="0" r="-1396" b="0"/>
              </a:stretch>
            </a:blipFill>
          </p:spPr>
        </p:sp>
        <p:grpSp>
          <p:nvGrpSpPr>
            <p:cNvPr name="Group 57" id="57"/>
            <p:cNvGrpSpPr/>
            <p:nvPr/>
          </p:nvGrpSpPr>
          <p:grpSpPr>
            <a:xfrm rot="0">
              <a:off x="1325981" y="6701748"/>
              <a:ext cx="1252503" cy="1185699"/>
              <a:chOff x="0" y="0"/>
              <a:chExt cx="858594" cy="812800"/>
            </a:xfrm>
          </p:grpSpPr>
          <p:sp>
            <p:nvSpPr>
              <p:cNvPr name="Freeform 58" id="58"/>
              <p:cNvSpPr/>
              <p:nvPr/>
            </p:nvSpPr>
            <p:spPr>
              <a:xfrm flipH="false" flipV="false" rot="0">
                <a:off x="0" y="0"/>
                <a:ext cx="858594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58594">
                    <a:moveTo>
                      <a:pt x="429297" y="0"/>
                    </a:moveTo>
                    <a:cubicBezTo>
                      <a:pt x="192203" y="0"/>
                      <a:pt x="0" y="181951"/>
                      <a:pt x="0" y="406400"/>
                    </a:cubicBezTo>
                    <a:cubicBezTo>
                      <a:pt x="0" y="630849"/>
                      <a:pt x="192203" y="812800"/>
                      <a:pt x="429297" y="812800"/>
                    </a:cubicBezTo>
                    <a:cubicBezTo>
                      <a:pt x="666391" y="812800"/>
                      <a:pt x="858594" y="630849"/>
                      <a:pt x="858594" y="406400"/>
                    </a:cubicBezTo>
                    <a:cubicBezTo>
                      <a:pt x="858594" y="181951"/>
                      <a:pt x="666391" y="0"/>
                      <a:pt x="429297" y="0"/>
                    </a:cubicBezTo>
                    <a:close/>
                  </a:path>
                </a:pathLst>
              </a:custGeom>
              <a:solidFill>
                <a:srgbClr val="E4E7D5"/>
              </a:solidFill>
            </p:spPr>
          </p:sp>
          <p:sp>
            <p:nvSpPr>
              <p:cNvPr name="TextBox 59" id="59"/>
              <p:cNvSpPr txBox="true"/>
              <p:nvPr/>
            </p:nvSpPr>
            <p:spPr>
              <a:xfrm>
                <a:off x="80493" y="57150"/>
                <a:ext cx="697607" cy="679450"/>
              </a:xfrm>
              <a:prstGeom prst="rect">
                <a:avLst/>
              </a:prstGeom>
            </p:spPr>
            <p:txBody>
              <a:bodyPr anchor="ctr" rtlCol="false" tIns="30858" lIns="30858" bIns="30858" rIns="30858"/>
              <a:lstStyle/>
              <a:p>
                <a:pPr algn="ctr">
                  <a:lnSpc>
                    <a:spcPts val="2160"/>
                  </a:lnSpc>
                </a:pPr>
              </a:p>
            </p:txBody>
          </p:sp>
        </p:grpSp>
        <p:sp>
          <p:nvSpPr>
            <p:cNvPr name="TextBox 60" id="60"/>
            <p:cNvSpPr txBox="true"/>
            <p:nvPr/>
          </p:nvSpPr>
          <p:spPr>
            <a:xfrm rot="0">
              <a:off x="1420749" y="6866520"/>
              <a:ext cx="1062968" cy="8466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75"/>
                </a:lnSpc>
                <a:spcBef>
                  <a:spcPct val="0"/>
                </a:spcBef>
              </a:pPr>
              <a:r>
                <a:rPr lang="en-US" sz="1062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Accept / Reject order enquiries</a:t>
              </a:r>
            </a:p>
          </p:txBody>
        </p:sp>
        <p:sp>
          <p:nvSpPr>
            <p:cNvPr name="Freeform 61" id="61"/>
            <p:cNvSpPr/>
            <p:nvPr/>
          </p:nvSpPr>
          <p:spPr>
            <a:xfrm>
              <a:off x="316384" y="71864"/>
              <a:ext cx="2354263" cy="526238"/>
            </a:xfrm>
            <a:custGeom>
              <a:avLst/>
              <a:gdLst/>
              <a:ahLst/>
              <a:cxnLst/>
              <a:rect r="r" b="b" t="t" l="l"/>
              <a:pathLst>
                <a:path h="526238" w="2354263">
                  <a:moveTo>
                    <a:pt x="0" y="447621"/>
                  </a:moveTo>
                  <a:quadBezTo>
                    <a:pt x="1209599" y="-485340"/>
                    <a:pt x="2354264" y="526238"/>
                  </a:quadBezTo>
                </a:path>
              </a:pathLst>
            </a:custGeom>
            <a:ln cap="rnd" w="65348">
              <a:solidFill>
                <a:srgbClr val="06D001"/>
              </a:solidFill>
              <a:prstDash val="sysDash"/>
              <a:headEnd type="none" len="sm" w="sm"/>
              <a:tailEnd type="triangle" len="med" w="lg"/>
            </a:ln>
          </p:spPr>
        </p:sp>
        <p:sp>
          <p:nvSpPr>
            <p:cNvPr name="Freeform 62" id="62"/>
            <p:cNvSpPr/>
            <p:nvPr/>
          </p:nvSpPr>
          <p:spPr>
            <a:xfrm>
              <a:off x="5004233" y="175351"/>
              <a:ext cx="1648652" cy="496004"/>
            </a:xfrm>
            <a:custGeom>
              <a:avLst/>
              <a:gdLst/>
              <a:ahLst/>
              <a:cxnLst/>
              <a:rect r="r" b="b" t="t" l="l"/>
              <a:pathLst>
                <a:path h="496004" w="1648652">
                  <a:moveTo>
                    <a:pt x="0" y="215234"/>
                  </a:moveTo>
                  <a:quadBezTo>
                    <a:pt x="940532" y="-326738"/>
                    <a:pt x="1648652" y="496003"/>
                  </a:quadBezTo>
                </a:path>
              </a:pathLst>
            </a:custGeom>
            <a:ln cap="rnd" w="65348">
              <a:solidFill>
                <a:srgbClr val="06D001"/>
              </a:solidFill>
              <a:prstDash val="sysDash"/>
              <a:headEnd type="none" len="sm" w="sm"/>
              <a:tailEnd type="triangle" len="med" w="lg"/>
            </a:ln>
          </p:spPr>
        </p:sp>
        <p:sp>
          <p:nvSpPr>
            <p:cNvPr name="Freeform 63" id="63"/>
            <p:cNvSpPr/>
            <p:nvPr/>
          </p:nvSpPr>
          <p:spPr>
            <a:xfrm>
              <a:off x="6528286" y="2827682"/>
              <a:ext cx="1302745" cy="738484"/>
            </a:xfrm>
            <a:custGeom>
              <a:avLst/>
              <a:gdLst/>
              <a:ahLst/>
              <a:cxnLst/>
              <a:rect r="r" b="b" t="t" l="l"/>
              <a:pathLst>
                <a:path h="738484" w="1302745">
                  <a:moveTo>
                    <a:pt x="0" y="0"/>
                  </a:moveTo>
                  <a:quadBezTo>
                    <a:pt x="386687" y="838103"/>
                    <a:pt x="1302745" y="725047"/>
                  </a:quadBezTo>
                </a:path>
              </a:pathLst>
            </a:custGeom>
            <a:ln cap="rnd" w="65348">
              <a:solidFill>
                <a:srgbClr val="06D001"/>
              </a:solidFill>
              <a:prstDash val="sysDash"/>
              <a:headEnd type="none" len="sm" w="sm"/>
              <a:tailEnd type="triangle" len="med" w="lg"/>
            </a:ln>
          </p:spPr>
        </p:sp>
        <p:sp>
          <p:nvSpPr>
            <p:cNvPr name="Freeform 64" id="64"/>
            <p:cNvSpPr/>
            <p:nvPr/>
          </p:nvSpPr>
          <p:spPr>
            <a:xfrm>
              <a:off x="9141028" y="2384563"/>
              <a:ext cx="1745056" cy="897677"/>
            </a:xfrm>
            <a:custGeom>
              <a:avLst/>
              <a:gdLst/>
              <a:ahLst/>
              <a:cxnLst/>
              <a:rect r="r" b="b" t="t" l="l"/>
              <a:pathLst>
                <a:path h="897677" w="1745056">
                  <a:moveTo>
                    <a:pt x="0" y="43251"/>
                  </a:moveTo>
                  <a:quadBezTo>
                    <a:pt x="1199357" y="-197041"/>
                    <a:pt x="1745056" y="897678"/>
                  </a:quadBezTo>
                </a:path>
              </a:pathLst>
            </a:custGeom>
            <a:ln cap="rnd" w="65348">
              <a:solidFill>
                <a:srgbClr val="06D001"/>
              </a:solidFill>
              <a:prstDash val="sysDash"/>
              <a:headEnd type="none" len="sm" w="sm"/>
              <a:tailEnd type="triangle" len="med" w="lg"/>
            </a:ln>
          </p:spPr>
        </p:sp>
        <p:sp>
          <p:nvSpPr>
            <p:cNvPr name="Freeform 65" id="65"/>
            <p:cNvSpPr/>
            <p:nvPr/>
          </p:nvSpPr>
          <p:spPr>
            <a:xfrm>
              <a:off x="8105352" y="5255932"/>
              <a:ext cx="916536" cy="348506"/>
            </a:xfrm>
            <a:custGeom>
              <a:avLst/>
              <a:gdLst/>
              <a:ahLst/>
              <a:cxnLst/>
              <a:rect r="r" b="b" t="t" l="l"/>
              <a:pathLst>
                <a:path h="348506" w="916536">
                  <a:moveTo>
                    <a:pt x="916536" y="22443"/>
                  </a:moveTo>
                  <a:quadBezTo>
                    <a:pt x="360822" y="-88439"/>
                    <a:pt x="0" y="348506"/>
                  </a:quadBezTo>
                </a:path>
              </a:pathLst>
            </a:custGeom>
            <a:ln cap="rnd" w="65348">
              <a:solidFill>
                <a:srgbClr val="06D001"/>
              </a:solidFill>
              <a:prstDash val="sysDash"/>
              <a:headEnd type="none" len="sm" w="sm"/>
              <a:tailEnd type="triangle" len="med" w="lg"/>
            </a:ln>
          </p:spPr>
        </p:sp>
        <p:sp>
          <p:nvSpPr>
            <p:cNvPr name="Freeform 66" id="66"/>
            <p:cNvSpPr/>
            <p:nvPr/>
          </p:nvSpPr>
          <p:spPr>
            <a:xfrm>
              <a:off x="3306600" y="5577949"/>
              <a:ext cx="2242914" cy="706839"/>
            </a:xfrm>
            <a:custGeom>
              <a:avLst/>
              <a:gdLst/>
              <a:ahLst/>
              <a:cxnLst/>
              <a:rect r="r" b="b" t="t" l="l"/>
              <a:pathLst>
                <a:path h="706839" w="2242914">
                  <a:moveTo>
                    <a:pt x="2242914" y="134490"/>
                  </a:moveTo>
                  <a:quadBezTo>
                    <a:pt x="935433" y="-308322"/>
                    <a:pt x="0" y="706840"/>
                  </a:quadBezTo>
                </a:path>
              </a:pathLst>
            </a:custGeom>
            <a:ln cap="rnd" w="65348">
              <a:solidFill>
                <a:srgbClr val="06D001"/>
              </a:solidFill>
              <a:prstDash val="sysDash"/>
              <a:headEnd type="none" len="sm" w="sm"/>
              <a:tailEnd type="triangle" len="med" w="lg"/>
            </a:ln>
          </p:spPr>
        </p:sp>
        <p:sp>
          <p:nvSpPr>
            <p:cNvPr name="Freeform 67" id="67"/>
            <p:cNvSpPr/>
            <p:nvPr/>
          </p:nvSpPr>
          <p:spPr>
            <a:xfrm>
              <a:off x="666367" y="8062651"/>
              <a:ext cx="2196457" cy="689750"/>
            </a:xfrm>
            <a:custGeom>
              <a:avLst/>
              <a:gdLst/>
              <a:ahLst/>
              <a:cxnLst/>
              <a:rect r="r" b="b" t="t" l="l"/>
              <a:pathLst>
                <a:path h="689750" w="2196457">
                  <a:moveTo>
                    <a:pt x="2196457" y="410721"/>
                  </a:moveTo>
                  <a:quadBezTo>
                    <a:pt x="925617" y="1128452"/>
                    <a:pt x="0" y="0"/>
                  </a:quadBezTo>
                </a:path>
              </a:pathLst>
            </a:custGeom>
            <a:ln cap="rnd" w="65348">
              <a:solidFill>
                <a:srgbClr val="06D001"/>
              </a:solidFill>
              <a:prstDash val="sysDash"/>
              <a:headEnd type="none" len="sm" w="sm"/>
              <a:tailEnd type="triangle" len="med" w="lg"/>
            </a:ln>
          </p:spPr>
        </p:sp>
      </p:grpSp>
      <p:sp>
        <p:nvSpPr>
          <p:cNvPr name="AutoShape 68" id="68"/>
          <p:cNvSpPr/>
          <p:nvPr/>
        </p:nvSpPr>
        <p:spPr>
          <a:xfrm flipH="true">
            <a:off x="9673193" y="1822675"/>
            <a:ext cx="0" cy="7435625"/>
          </a:xfrm>
          <a:prstGeom prst="line">
            <a:avLst/>
          </a:prstGeom>
          <a:ln cap="rnd" w="47625">
            <a:solidFill>
              <a:srgbClr val="E76F5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9" id="69"/>
          <p:cNvGrpSpPr/>
          <p:nvPr/>
        </p:nvGrpSpPr>
        <p:grpSpPr>
          <a:xfrm rot="0">
            <a:off x="4472875" y="2567814"/>
            <a:ext cx="4902425" cy="2036826"/>
            <a:chOff x="0" y="0"/>
            <a:chExt cx="6536567" cy="2715768"/>
          </a:xfrm>
        </p:grpSpPr>
        <p:grpSp>
          <p:nvGrpSpPr>
            <p:cNvPr name="Group 70" id="70"/>
            <p:cNvGrpSpPr/>
            <p:nvPr/>
          </p:nvGrpSpPr>
          <p:grpSpPr>
            <a:xfrm rot="0">
              <a:off x="0" y="0"/>
              <a:ext cx="6536567" cy="2715768"/>
              <a:chOff x="0" y="0"/>
              <a:chExt cx="1008729" cy="419100"/>
            </a:xfrm>
          </p:grpSpPr>
          <p:sp>
            <p:nvSpPr>
              <p:cNvPr name="Freeform 71" id="71"/>
              <p:cNvSpPr/>
              <p:nvPr/>
            </p:nvSpPr>
            <p:spPr>
              <a:xfrm flipH="false" flipV="false" rot="0">
                <a:off x="0" y="0"/>
                <a:ext cx="1008729" cy="419100"/>
              </a:xfrm>
              <a:custGeom>
                <a:avLst/>
                <a:gdLst/>
                <a:ahLst/>
                <a:cxnLst/>
                <a:rect r="r" b="b" t="t" l="l"/>
                <a:pathLst>
                  <a:path h="419100" w="1008729">
                    <a:moveTo>
                      <a:pt x="30844" y="0"/>
                    </a:moveTo>
                    <a:lnTo>
                      <a:pt x="977886" y="0"/>
                    </a:lnTo>
                    <a:cubicBezTo>
                      <a:pt x="994920" y="0"/>
                      <a:pt x="1008729" y="13809"/>
                      <a:pt x="1008729" y="30844"/>
                    </a:cubicBezTo>
                    <a:lnTo>
                      <a:pt x="1008729" y="388256"/>
                    </a:lnTo>
                    <a:cubicBezTo>
                      <a:pt x="1008729" y="396436"/>
                      <a:pt x="1005480" y="404282"/>
                      <a:pt x="999695" y="410066"/>
                    </a:cubicBezTo>
                    <a:cubicBezTo>
                      <a:pt x="993911" y="415850"/>
                      <a:pt x="986066" y="419100"/>
                      <a:pt x="977886" y="419100"/>
                    </a:cubicBezTo>
                    <a:lnTo>
                      <a:pt x="30844" y="419100"/>
                    </a:lnTo>
                    <a:cubicBezTo>
                      <a:pt x="13809" y="419100"/>
                      <a:pt x="0" y="405291"/>
                      <a:pt x="0" y="388256"/>
                    </a:cubicBezTo>
                    <a:lnTo>
                      <a:pt x="0" y="30844"/>
                    </a:lnTo>
                    <a:cubicBezTo>
                      <a:pt x="0" y="13809"/>
                      <a:pt x="13809" y="0"/>
                      <a:pt x="30844" y="0"/>
                    </a:cubicBezTo>
                    <a:close/>
                  </a:path>
                </a:pathLst>
              </a:custGeom>
              <a:solidFill>
                <a:srgbClr val="193C5C">
                  <a:alpha val="49804"/>
                </a:srgbClr>
              </a:solidFill>
            </p:spPr>
          </p:sp>
          <p:sp>
            <p:nvSpPr>
              <p:cNvPr name="TextBox 72" id="72"/>
              <p:cNvSpPr txBox="true"/>
              <p:nvPr/>
            </p:nvSpPr>
            <p:spPr>
              <a:xfrm>
                <a:off x="0" y="-19050"/>
                <a:ext cx="1008729" cy="4381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679"/>
                  </a:lnSpc>
                </a:pPr>
              </a:p>
            </p:txBody>
          </p:sp>
        </p:grpSp>
        <p:sp>
          <p:nvSpPr>
            <p:cNvPr name="Freeform 73" id="73"/>
            <p:cNvSpPr/>
            <p:nvPr/>
          </p:nvSpPr>
          <p:spPr>
            <a:xfrm flipH="false" flipV="false" rot="0">
              <a:off x="3444292" y="976836"/>
              <a:ext cx="1190237" cy="1190237"/>
            </a:xfrm>
            <a:custGeom>
              <a:avLst/>
              <a:gdLst/>
              <a:ahLst/>
              <a:cxnLst/>
              <a:rect r="r" b="b" t="t" l="l"/>
              <a:pathLst>
                <a:path h="1190237" w="1190237">
                  <a:moveTo>
                    <a:pt x="0" y="0"/>
                  </a:moveTo>
                  <a:lnTo>
                    <a:pt x="1190237" y="0"/>
                  </a:lnTo>
                  <a:lnTo>
                    <a:pt x="1190237" y="1190237"/>
                  </a:lnTo>
                  <a:lnTo>
                    <a:pt x="0" y="1190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  <p:sp>
          <p:nvSpPr>
            <p:cNvPr name="Freeform 74" id="74"/>
            <p:cNvSpPr/>
            <p:nvPr/>
          </p:nvSpPr>
          <p:spPr>
            <a:xfrm flipH="false" flipV="false" rot="0">
              <a:off x="4895511" y="773780"/>
              <a:ext cx="1332655" cy="1332655"/>
            </a:xfrm>
            <a:custGeom>
              <a:avLst/>
              <a:gdLst/>
              <a:ahLst/>
              <a:cxnLst/>
              <a:rect r="r" b="b" t="t" l="l"/>
              <a:pathLst>
                <a:path h="1332655" w="1332655">
                  <a:moveTo>
                    <a:pt x="0" y="0"/>
                  </a:moveTo>
                  <a:lnTo>
                    <a:pt x="1332655" y="0"/>
                  </a:lnTo>
                  <a:lnTo>
                    <a:pt x="1332655" y="1332654"/>
                  </a:lnTo>
                  <a:lnTo>
                    <a:pt x="0" y="1332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 rot="0">
              <a:off x="1010791" y="199105"/>
              <a:ext cx="4177506" cy="5746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39"/>
                </a:lnSpc>
                <a:spcBef>
                  <a:spcPct val="0"/>
                </a:spcBef>
              </a:pPr>
              <a:r>
                <a:rPr lang="en-US" b="true" sz="26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Backend API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262724" y="2567814"/>
            <a:ext cx="4019799" cy="2036826"/>
            <a:chOff x="0" y="0"/>
            <a:chExt cx="827119" cy="41910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827119" cy="419100"/>
            </a:xfrm>
            <a:custGeom>
              <a:avLst/>
              <a:gdLst/>
              <a:ahLst/>
              <a:cxnLst/>
              <a:rect r="r" b="b" t="t" l="l"/>
              <a:pathLst>
                <a:path h="419100" w="827119">
                  <a:moveTo>
                    <a:pt x="37616" y="0"/>
                  </a:moveTo>
                  <a:lnTo>
                    <a:pt x="789503" y="0"/>
                  </a:lnTo>
                  <a:cubicBezTo>
                    <a:pt x="810278" y="0"/>
                    <a:pt x="827119" y="16841"/>
                    <a:pt x="827119" y="37616"/>
                  </a:cubicBezTo>
                  <a:lnTo>
                    <a:pt x="827119" y="381484"/>
                  </a:lnTo>
                  <a:cubicBezTo>
                    <a:pt x="827119" y="402259"/>
                    <a:pt x="810278" y="419100"/>
                    <a:pt x="789503" y="419100"/>
                  </a:cubicBezTo>
                  <a:lnTo>
                    <a:pt x="37616" y="419100"/>
                  </a:lnTo>
                  <a:cubicBezTo>
                    <a:pt x="16841" y="419100"/>
                    <a:pt x="0" y="402259"/>
                    <a:pt x="0" y="381484"/>
                  </a:cubicBezTo>
                  <a:lnTo>
                    <a:pt x="0" y="37616"/>
                  </a:lnTo>
                  <a:cubicBezTo>
                    <a:pt x="0" y="16841"/>
                    <a:pt x="16841" y="0"/>
                    <a:pt x="37616" y="0"/>
                  </a:cubicBezTo>
                  <a:close/>
                </a:path>
              </a:pathLst>
            </a:custGeom>
            <a:solidFill>
              <a:srgbClr val="193C5C">
                <a:alpha val="49804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name="TextBox 78" id="78"/>
            <p:cNvSpPr txBox="true"/>
            <p:nvPr/>
          </p:nvSpPr>
          <p:spPr>
            <a:xfrm>
              <a:off x="0" y="-19050"/>
              <a:ext cx="827119" cy="438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79"/>
                </a:lnSpc>
              </a:pPr>
            </a:p>
          </p:txBody>
        </p:sp>
      </p:grpSp>
      <p:sp>
        <p:nvSpPr>
          <p:cNvPr name="Freeform 79" id="79"/>
          <p:cNvSpPr/>
          <p:nvPr/>
        </p:nvSpPr>
        <p:spPr>
          <a:xfrm flipH="false" flipV="false" rot="0">
            <a:off x="475612" y="3300442"/>
            <a:ext cx="884859" cy="1095791"/>
          </a:xfrm>
          <a:custGeom>
            <a:avLst/>
            <a:gdLst/>
            <a:ahLst/>
            <a:cxnLst/>
            <a:rect r="r" b="b" t="t" l="l"/>
            <a:pathLst>
              <a:path h="1095791" w="884859">
                <a:moveTo>
                  <a:pt x="0" y="0"/>
                </a:moveTo>
                <a:lnTo>
                  <a:pt x="884859" y="0"/>
                </a:lnTo>
                <a:lnTo>
                  <a:pt x="884859" y="1095791"/>
                </a:lnTo>
                <a:lnTo>
                  <a:pt x="0" y="109579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0" id="80"/>
          <p:cNvSpPr/>
          <p:nvPr/>
        </p:nvSpPr>
        <p:spPr>
          <a:xfrm flipH="false" flipV="false" rot="0">
            <a:off x="1647998" y="3275219"/>
            <a:ext cx="1121013" cy="1121013"/>
          </a:xfrm>
          <a:custGeom>
            <a:avLst/>
            <a:gdLst/>
            <a:ahLst/>
            <a:cxnLst/>
            <a:rect r="r" b="b" t="t" l="l"/>
            <a:pathLst>
              <a:path h="1121013" w="1121013">
                <a:moveTo>
                  <a:pt x="0" y="0"/>
                </a:moveTo>
                <a:lnTo>
                  <a:pt x="1121013" y="0"/>
                </a:lnTo>
                <a:lnTo>
                  <a:pt x="1121013" y="1121014"/>
                </a:lnTo>
                <a:lnTo>
                  <a:pt x="0" y="112101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1" id="81"/>
          <p:cNvSpPr/>
          <p:nvPr/>
        </p:nvSpPr>
        <p:spPr>
          <a:xfrm flipH="false" flipV="false" rot="0">
            <a:off x="2979194" y="3275219"/>
            <a:ext cx="1019892" cy="1019892"/>
          </a:xfrm>
          <a:custGeom>
            <a:avLst/>
            <a:gdLst/>
            <a:ahLst/>
            <a:cxnLst/>
            <a:rect r="r" b="b" t="t" l="l"/>
            <a:pathLst>
              <a:path h="1019892" w="1019892">
                <a:moveTo>
                  <a:pt x="0" y="0"/>
                </a:moveTo>
                <a:lnTo>
                  <a:pt x="1019892" y="0"/>
                </a:lnTo>
                <a:lnTo>
                  <a:pt x="1019892" y="1019893"/>
                </a:lnTo>
                <a:lnTo>
                  <a:pt x="0" y="1019893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  <a:ln cap="rnd">
            <a:noFill/>
            <a:prstDash val="solid"/>
            <a:round/>
          </a:ln>
        </p:spPr>
      </p:sp>
      <p:sp>
        <p:nvSpPr>
          <p:cNvPr name="TextBox 82" id="82"/>
          <p:cNvSpPr txBox="true"/>
          <p:nvPr/>
        </p:nvSpPr>
        <p:spPr>
          <a:xfrm rot="0">
            <a:off x="1111408" y="2699396"/>
            <a:ext cx="2194194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39"/>
              </a:lnSpc>
              <a:spcBef>
                <a:spcPct val="0"/>
              </a:spcBef>
            </a:pPr>
            <a:r>
              <a:rPr lang="en-US" b="true" sz="26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Frontend</a:t>
            </a:r>
          </a:p>
        </p:txBody>
      </p:sp>
      <p:grpSp>
        <p:nvGrpSpPr>
          <p:cNvPr name="Group 83" id="83"/>
          <p:cNvGrpSpPr/>
          <p:nvPr/>
        </p:nvGrpSpPr>
        <p:grpSpPr>
          <a:xfrm rot="0">
            <a:off x="262724" y="4843917"/>
            <a:ext cx="2230829" cy="2036826"/>
            <a:chOff x="0" y="0"/>
            <a:chExt cx="2974438" cy="2715768"/>
          </a:xfrm>
        </p:grpSpPr>
        <p:grpSp>
          <p:nvGrpSpPr>
            <p:cNvPr name="Group 84" id="84"/>
            <p:cNvGrpSpPr/>
            <p:nvPr/>
          </p:nvGrpSpPr>
          <p:grpSpPr>
            <a:xfrm rot="0">
              <a:off x="0" y="0"/>
              <a:ext cx="2974438" cy="2715768"/>
              <a:chOff x="0" y="0"/>
              <a:chExt cx="459018" cy="419100"/>
            </a:xfrm>
          </p:grpSpPr>
          <p:sp>
            <p:nvSpPr>
              <p:cNvPr name="Freeform 85" id="85"/>
              <p:cNvSpPr/>
              <p:nvPr/>
            </p:nvSpPr>
            <p:spPr>
              <a:xfrm flipH="false" flipV="false" rot="0">
                <a:off x="0" y="0"/>
                <a:ext cx="459018" cy="419100"/>
              </a:xfrm>
              <a:custGeom>
                <a:avLst/>
                <a:gdLst/>
                <a:ahLst/>
                <a:cxnLst/>
                <a:rect r="r" b="b" t="t" l="l"/>
                <a:pathLst>
                  <a:path h="419100" w="459018">
                    <a:moveTo>
                      <a:pt x="67782" y="0"/>
                    </a:moveTo>
                    <a:lnTo>
                      <a:pt x="391237" y="0"/>
                    </a:lnTo>
                    <a:cubicBezTo>
                      <a:pt x="409213" y="0"/>
                      <a:pt x="426454" y="7141"/>
                      <a:pt x="439165" y="19853"/>
                    </a:cubicBezTo>
                    <a:cubicBezTo>
                      <a:pt x="451877" y="32564"/>
                      <a:pt x="459018" y="49805"/>
                      <a:pt x="459018" y="67782"/>
                    </a:cubicBezTo>
                    <a:lnTo>
                      <a:pt x="459018" y="351318"/>
                    </a:lnTo>
                    <a:cubicBezTo>
                      <a:pt x="459018" y="388753"/>
                      <a:pt x="428671" y="419100"/>
                      <a:pt x="391237" y="419100"/>
                    </a:cubicBezTo>
                    <a:lnTo>
                      <a:pt x="67782" y="419100"/>
                    </a:lnTo>
                    <a:cubicBezTo>
                      <a:pt x="30347" y="419100"/>
                      <a:pt x="0" y="388753"/>
                      <a:pt x="0" y="351318"/>
                    </a:cubicBezTo>
                    <a:lnTo>
                      <a:pt x="0" y="67782"/>
                    </a:lnTo>
                    <a:cubicBezTo>
                      <a:pt x="0" y="30347"/>
                      <a:pt x="30347" y="0"/>
                      <a:pt x="67782" y="0"/>
                    </a:cubicBezTo>
                    <a:close/>
                  </a:path>
                </a:pathLst>
              </a:custGeom>
              <a:solidFill>
                <a:srgbClr val="193C5C">
                  <a:alpha val="49804"/>
                </a:srgbClr>
              </a:solidFill>
            </p:spPr>
          </p:sp>
          <p:sp>
            <p:nvSpPr>
              <p:cNvPr name="TextBox 86" id="86"/>
              <p:cNvSpPr txBox="true"/>
              <p:nvPr/>
            </p:nvSpPr>
            <p:spPr>
              <a:xfrm>
                <a:off x="0" y="-19050"/>
                <a:ext cx="459018" cy="4381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679"/>
                  </a:lnSpc>
                </a:pPr>
              </a:p>
            </p:txBody>
          </p:sp>
        </p:grpSp>
        <p:sp>
          <p:nvSpPr>
            <p:cNvPr name="Freeform 87" id="87"/>
            <p:cNvSpPr/>
            <p:nvPr/>
          </p:nvSpPr>
          <p:spPr>
            <a:xfrm flipH="false" flipV="false" rot="0">
              <a:off x="603353" y="764187"/>
              <a:ext cx="1720618" cy="1720618"/>
            </a:xfrm>
            <a:custGeom>
              <a:avLst/>
              <a:gdLst/>
              <a:ahLst/>
              <a:cxnLst/>
              <a:rect r="r" b="b" t="t" l="l"/>
              <a:pathLst>
                <a:path h="1720618" w="1720618">
                  <a:moveTo>
                    <a:pt x="0" y="0"/>
                  </a:moveTo>
                  <a:lnTo>
                    <a:pt x="1720618" y="0"/>
                  </a:lnTo>
                  <a:lnTo>
                    <a:pt x="1720618" y="1720618"/>
                  </a:lnTo>
                  <a:lnTo>
                    <a:pt x="0" y="17206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0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 rot="0">
              <a:off x="50738" y="189512"/>
              <a:ext cx="2825848" cy="5746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39"/>
                </a:lnSpc>
                <a:spcBef>
                  <a:spcPct val="0"/>
                </a:spcBef>
              </a:pPr>
              <a:r>
                <a:rPr lang="en-US" b="true" sz="26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Database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2717313" y="4843917"/>
            <a:ext cx="6655842" cy="2036826"/>
            <a:chOff x="0" y="0"/>
            <a:chExt cx="8874456" cy="2715768"/>
          </a:xfrm>
        </p:grpSpPr>
        <p:grpSp>
          <p:nvGrpSpPr>
            <p:cNvPr name="Group 90" id="90"/>
            <p:cNvGrpSpPr/>
            <p:nvPr/>
          </p:nvGrpSpPr>
          <p:grpSpPr>
            <a:xfrm rot="0">
              <a:off x="0" y="0"/>
              <a:ext cx="8874456" cy="2715768"/>
              <a:chOff x="0" y="0"/>
              <a:chExt cx="1369515" cy="419100"/>
            </a:xfrm>
          </p:grpSpPr>
          <p:sp>
            <p:nvSpPr>
              <p:cNvPr name="Freeform 91" id="91"/>
              <p:cNvSpPr/>
              <p:nvPr/>
            </p:nvSpPr>
            <p:spPr>
              <a:xfrm flipH="false" flipV="false" rot="0">
                <a:off x="0" y="0"/>
                <a:ext cx="1369515" cy="419100"/>
              </a:xfrm>
              <a:custGeom>
                <a:avLst/>
                <a:gdLst/>
                <a:ahLst/>
                <a:cxnLst/>
                <a:rect r="r" b="b" t="t" l="l"/>
                <a:pathLst>
                  <a:path h="419100" w="1369515">
                    <a:moveTo>
                      <a:pt x="22718" y="0"/>
                    </a:moveTo>
                    <a:lnTo>
                      <a:pt x="1346797" y="0"/>
                    </a:lnTo>
                    <a:cubicBezTo>
                      <a:pt x="1359344" y="0"/>
                      <a:pt x="1369515" y="10171"/>
                      <a:pt x="1369515" y="22718"/>
                    </a:cubicBezTo>
                    <a:lnTo>
                      <a:pt x="1369515" y="396382"/>
                    </a:lnTo>
                    <a:cubicBezTo>
                      <a:pt x="1369515" y="408929"/>
                      <a:pt x="1359344" y="419100"/>
                      <a:pt x="1346797" y="419100"/>
                    </a:cubicBezTo>
                    <a:lnTo>
                      <a:pt x="22718" y="419100"/>
                    </a:lnTo>
                    <a:cubicBezTo>
                      <a:pt x="10171" y="419100"/>
                      <a:pt x="0" y="408929"/>
                      <a:pt x="0" y="396382"/>
                    </a:cubicBezTo>
                    <a:lnTo>
                      <a:pt x="0" y="22718"/>
                    </a:lnTo>
                    <a:cubicBezTo>
                      <a:pt x="0" y="10171"/>
                      <a:pt x="10171" y="0"/>
                      <a:pt x="22718" y="0"/>
                    </a:cubicBezTo>
                    <a:close/>
                  </a:path>
                </a:pathLst>
              </a:custGeom>
              <a:solidFill>
                <a:srgbClr val="193C5C">
                  <a:alpha val="49804"/>
                </a:srgbClr>
              </a:solidFill>
            </p:spPr>
          </p:sp>
          <p:sp>
            <p:nvSpPr>
              <p:cNvPr name="TextBox 92" id="92"/>
              <p:cNvSpPr txBox="true"/>
              <p:nvPr/>
            </p:nvSpPr>
            <p:spPr>
              <a:xfrm>
                <a:off x="0" y="-19050"/>
                <a:ext cx="1369515" cy="4381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679"/>
                  </a:lnSpc>
                </a:pPr>
              </a:p>
            </p:txBody>
          </p:sp>
        </p:grpSp>
        <p:sp>
          <p:nvSpPr>
            <p:cNvPr name="Freeform 93" id="93"/>
            <p:cNvSpPr/>
            <p:nvPr/>
          </p:nvSpPr>
          <p:spPr>
            <a:xfrm flipH="false" flipV="false" rot="0">
              <a:off x="456132" y="986232"/>
              <a:ext cx="1021181" cy="1021181"/>
            </a:xfrm>
            <a:custGeom>
              <a:avLst/>
              <a:gdLst/>
              <a:ahLst/>
              <a:cxnLst/>
              <a:rect r="r" b="b" t="t" l="l"/>
              <a:pathLst>
                <a:path h="1021181" w="1021181">
                  <a:moveTo>
                    <a:pt x="0" y="0"/>
                  </a:moveTo>
                  <a:lnTo>
                    <a:pt x="1021181" y="0"/>
                  </a:lnTo>
                  <a:lnTo>
                    <a:pt x="1021181" y="1021181"/>
                  </a:lnTo>
                  <a:lnTo>
                    <a:pt x="0" y="10211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4" id="94"/>
            <p:cNvSpPr/>
            <p:nvPr/>
          </p:nvSpPr>
          <p:spPr>
            <a:xfrm flipH="false" flipV="false" rot="0">
              <a:off x="7452850" y="1042966"/>
              <a:ext cx="1021361" cy="1021361"/>
            </a:xfrm>
            <a:custGeom>
              <a:avLst/>
              <a:gdLst/>
              <a:ahLst/>
              <a:cxnLst/>
              <a:rect r="r" b="b" t="t" l="l"/>
              <a:pathLst>
                <a:path h="1021361" w="1021361">
                  <a:moveTo>
                    <a:pt x="0" y="0"/>
                  </a:moveTo>
                  <a:lnTo>
                    <a:pt x="1021361" y="0"/>
                  </a:lnTo>
                  <a:lnTo>
                    <a:pt x="1021361" y="1021361"/>
                  </a:lnTo>
                  <a:lnTo>
                    <a:pt x="0" y="10213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0" r="0" b="0"/>
              </a:stretch>
            </a:blipFill>
          </p:spPr>
        </p:sp>
        <p:sp>
          <p:nvSpPr>
            <p:cNvPr name="Freeform 95" id="95"/>
            <p:cNvSpPr/>
            <p:nvPr/>
          </p:nvSpPr>
          <p:spPr>
            <a:xfrm flipH="false" flipV="false" rot="0">
              <a:off x="1621512" y="1109316"/>
              <a:ext cx="2503270" cy="888661"/>
            </a:xfrm>
            <a:custGeom>
              <a:avLst/>
              <a:gdLst/>
              <a:ahLst/>
              <a:cxnLst/>
              <a:rect r="r" b="b" t="t" l="l"/>
              <a:pathLst>
                <a:path h="888661" w="2503270">
                  <a:moveTo>
                    <a:pt x="0" y="0"/>
                  </a:moveTo>
                  <a:lnTo>
                    <a:pt x="2503270" y="0"/>
                  </a:lnTo>
                  <a:lnTo>
                    <a:pt x="2503270" y="888661"/>
                  </a:lnTo>
                  <a:lnTo>
                    <a:pt x="0" y="8886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0" r="0" b="0"/>
              </a:stretch>
            </a:blipFill>
          </p:spPr>
        </p:sp>
        <p:sp>
          <p:nvSpPr>
            <p:cNvPr name="Freeform 96" id="96"/>
            <p:cNvSpPr/>
            <p:nvPr/>
          </p:nvSpPr>
          <p:spPr>
            <a:xfrm flipH="false" flipV="false" rot="0">
              <a:off x="4493082" y="1219579"/>
              <a:ext cx="2591469" cy="404917"/>
            </a:xfrm>
            <a:custGeom>
              <a:avLst/>
              <a:gdLst/>
              <a:ahLst/>
              <a:cxnLst/>
              <a:rect r="r" b="b" t="t" l="l"/>
              <a:pathLst>
                <a:path h="404917" w="2591469">
                  <a:moveTo>
                    <a:pt x="0" y="0"/>
                  </a:moveTo>
                  <a:lnTo>
                    <a:pt x="2591468" y="0"/>
                  </a:lnTo>
                  <a:lnTo>
                    <a:pt x="2591468" y="404917"/>
                  </a:lnTo>
                  <a:lnTo>
                    <a:pt x="0" y="4049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0" r="0" b="0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 rot="0">
              <a:off x="626333" y="156936"/>
              <a:ext cx="6996898" cy="5746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39"/>
                </a:lnSpc>
                <a:spcBef>
                  <a:spcPct val="0"/>
                </a:spcBef>
              </a:pPr>
              <a:r>
                <a:rPr lang="en-US" b="true" sz="26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AI Models &amp; External APIs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0" y="7204593"/>
            <a:ext cx="18288000" cy="3142917"/>
            <a:chOff x="0" y="0"/>
            <a:chExt cx="24384000" cy="4190555"/>
          </a:xfrm>
        </p:grpSpPr>
        <p:grpSp>
          <p:nvGrpSpPr>
            <p:cNvPr name="Group 99" id="99"/>
            <p:cNvGrpSpPr/>
            <p:nvPr/>
          </p:nvGrpSpPr>
          <p:grpSpPr>
            <a:xfrm rot="0">
              <a:off x="0" y="3184080"/>
              <a:ext cx="24384000" cy="1006475"/>
              <a:chOff x="0" y="0"/>
              <a:chExt cx="24384000" cy="1006475"/>
            </a:xfrm>
          </p:grpSpPr>
          <p:sp>
            <p:nvSpPr>
              <p:cNvPr name="Freeform 100" id="100"/>
              <p:cNvSpPr/>
              <p:nvPr/>
            </p:nvSpPr>
            <p:spPr>
              <a:xfrm flipH="false" flipV="false" rot="0">
                <a:off x="0" y="0"/>
                <a:ext cx="24384000" cy="1006475"/>
              </a:xfrm>
              <a:custGeom>
                <a:avLst/>
                <a:gdLst/>
                <a:ahLst/>
                <a:cxnLst/>
                <a:rect r="r" b="b" t="t" l="l"/>
                <a:pathLst>
                  <a:path h="1006475" w="2438400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1006475"/>
                    </a:lnTo>
                    <a:lnTo>
                      <a:pt x="0" y="1006475"/>
                    </a:lnTo>
                    <a:close/>
                  </a:path>
                </a:pathLst>
              </a:custGeom>
              <a:solidFill>
                <a:srgbClr val="0070C0"/>
              </a:solidFill>
            </p:spPr>
          </p:sp>
        </p:grpSp>
        <p:grpSp>
          <p:nvGrpSpPr>
            <p:cNvPr name="Group 101" id="101"/>
            <p:cNvGrpSpPr/>
            <p:nvPr/>
          </p:nvGrpSpPr>
          <p:grpSpPr>
            <a:xfrm rot="0">
              <a:off x="9931422" y="3322193"/>
              <a:ext cx="6408001" cy="730250"/>
              <a:chOff x="0" y="0"/>
              <a:chExt cx="6408001" cy="730250"/>
            </a:xfrm>
          </p:grpSpPr>
          <p:sp>
            <p:nvSpPr>
              <p:cNvPr name="Freeform 102" id="102"/>
              <p:cNvSpPr/>
              <p:nvPr/>
            </p:nvSpPr>
            <p:spPr>
              <a:xfrm flipH="false" flipV="false" rot="0">
                <a:off x="0" y="0"/>
                <a:ext cx="6408000" cy="730250"/>
              </a:xfrm>
              <a:custGeom>
                <a:avLst/>
                <a:gdLst/>
                <a:ahLst/>
                <a:cxnLst/>
                <a:rect r="r" b="b" t="t" l="l"/>
                <a:pathLst>
                  <a:path h="730250" w="6408000">
                    <a:moveTo>
                      <a:pt x="0" y="0"/>
                    </a:moveTo>
                    <a:lnTo>
                      <a:pt x="6408000" y="0"/>
                    </a:lnTo>
                    <a:lnTo>
                      <a:pt x="6408000" y="730250"/>
                    </a:lnTo>
                    <a:lnTo>
                      <a:pt x="0" y="73025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20982" r="0" b="-120982"/>
                </a:stretch>
              </a:blipFill>
            </p:spPr>
          </p:sp>
          <p:sp>
            <p:nvSpPr>
              <p:cNvPr name="TextBox 103" id="103"/>
              <p:cNvSpPr txBox="true"/>
              <p:nvPr/>
            </p:nvSpPr>
            <p:spPr>
              <a:xfrm>
                <a:off x="0" y="-19050"/>
                <a:ext cx="6408001" cy="74930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160"/>
                  </a:lnSpc>
                </a:pPr>
                <a:r>
                  <a:rPr lang="en-US" sz="1800">
                    <a:solidFill>
                      <a:srgbClr val="FFFFFF"/>
                    </a:solidFill>
                    <a:latin typeface="Arimo"/>
                    <a:ea typeface="Arimo"/>
                    <a:cs typeface="Arimo"/>
                    <a:sym typeface="Arimo"/>
                  </a:rPr>
                  <a:t>@SIH Idea submission</a:t>
                </a:r>
              </a:p>
            </p:txBody>
          </p:sp>
        </p:grpSp>
        <p:grpSp>
          <p:nvGrpSpPr>
            <p:cNvPr name="Group 104" id="104"/>
            <p:cNvGrpSpPr/>
            <p:nvPr/>
          </p:nvGrpSpPr>
          <p:grpSpPr>
            <a:xfrm rot="0">
              <a:off x="2070816" y="0"/>
              <a:ext cx="8874456" cy="2715768"/>
              <a:chOff x="0" y="0"/>
              <a:chExt cx="1369515" cy="419100"/>
            </a:xfrm>
          </p:grpSpPr>
          <p:sp>
            <p:nvSpPr>
              <p:cNvPr name="Freeform 105" id="105"/>
              <p:cNvSpPr/>
              <p:nvPr/>
            </p:nvSpPr>
            <p:spPr>
              <a:xfrm flipH="false" flipV="false" rot="0">
                <a:off x="0" y="0"/>
                <a:ext cx="1369515" cy="419100"/>
              </a:xfrm>
              <a:custGeom>
                <a:avLst/>
                <a:gdLst/>
                <a:ahLst/>
                <a:cxnLst/>
                <a:rect r="r" b="b" t="t" l="l"/>
                <a:pathLst>
                  <a:path h="419100" w="1369515">
                    <a:moveTo>
                      <a:pt x="22718" y="0"/>
                    </a:moveTo>
                    <a:lnTo>
                      <a:pt x="1346797" y="0"/>
                    </a:lnTo>
                    <a:cubicBezTo>
                      <a:pt x="1359344" y="0"/>
                      <a:pt x="1369515" y="10171"/>
                      <a:pt x="1369515" y="22718"/>
                    </a:cubicBezTo>
                    <a:lnTo>
                      <a:pt x="1369515" y="396382"/>
                    </a:lnTo>
                    <a:cubicBezTo>
                      <a:pt x="1369515" y="408929"/>
                      <a:pt x="1359344" y="419100"/>
                      <a:pt x="1346797" y="419100"/>
                    </a:cubicBezTo>
                    <a:lnTo>
                      <a:pt x="22718" y="419100"/>
                    </a:lnTo>
                    <a:cubicBezTo>
                      <a:pt x="10171" y="419100"/>
                      <a:pt x="0" y="408929"/>
                      <a:pt x="0" y="396382"/>
                    </a:cubicBezTo>
                    <a:lnTo>
                      <a:pt x="0" y="22718"/>
                    </a:lnTo>
                    <a:cubicBezTo>
                      <a:pt x="0" y="10171"/>
                      <a:pt x="10171" y="0"/>
                      <a:pt x="22718" y="0"/>
                    </a:cubicBezTo>
                    <a:close/>
                  </a:path>
                </a:pathLst>
              </a:custGeom>
              <a:solidFill>
                <a:srgbClr val="193C5C">
                  <a:alpha val="49804"/>
                </a:srgbClr>
              </a:solidFill>
            </p:spPr>
          </p:sp>
          <p:sp>
            <p:nvSpPr>
              <p:cNvPr name="TextBox 106" id="106"/>
              <p:cNvSpPr txBox="true"/>
              <p:nvPr/>
            </p:nvSpPr>
            <p:spPr>
              <a:xfrm>
                <a:off x="0" y="-19050"/>
                <a:ext cx="1369515" cy="4381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679"/>
                  </a:lnSpc>
                </a:pPr>
              </a:p>
            </p:txBody>
          </p:sp>
        </p:grpSp>
        <p:sp>
          <p:nvSpPr>
            <p:cNvPr name="Freeform 107" id="107"/>
            <p:cNvSpPr/>
            <p:nvPr/>
          </p:nvSpPr>
          <p:spPr>
            <a:xfrm flipH="false" flipV="false" rot="0">
              <a:off x="5260582" y="1009642"/>
              <a:ext cx="1377011" cy="1377011"/>
            </a:xfrm>
            <a:custGeom>
              <a:avLst/>
              <a:gdLst/>
              <a:ahLst/>
              <a:cxnLst/>
              <a:rect r="r" b="b" t="t" l="l"/>
              <a:pathLst>
                <a:path h="1377011" w="1377011">
                  <a:moveTo>
                    <a:pt x="0" y="0"/>
                  </a:moveTo>
                  <a:lnTo>
                    <a:pt x="1377011" y="0"/>
                  </a:lnTo>
                  <a:lnTo>
                    <a:pt x="1377011" y="1377011"/>
                  </a:lnTo>
                  <a:lnTo>
                    <a:pt x="0" y="13770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>
                <a:fillRect l="0" t="0" r="0" b="0"/>
              </a:stretch>
            </a:blipFill>
          </p:spPr>
        </p:sp>
        <p:sp>
          <p:nvSpPr>
            <p:cNvPr name="Freeform 108" id="108"/>
            <p:cNvSpPr/>
            <p:nvPr/>
          </p:nvSpPr>
          <p:spPr>
            <a:xfrm flipH="false" flipV="false" rot="0">
              <a:off x="3228535" y="1082638"/>
              <a:ext cx="1346525" cy="1346525"/>
            </a:xfrm>
            <a:custGeom>
              <a:avLst/>
              <a:gdLst/>
              <a:ahLst/>
              <a:cxnLst/>
              <a:rect r="r" b="b" t="t" l="l"/>
              <a:pathLst>
                <a:path h="1346525" w="1346525">
                  <a:moveTo>
                    <a:pt x="0" y="0"/>
                  </a:moveTo>
                  <a:lnTo>
                    <a:pt x="1346525" y="0"/>
                  </a:lnTo>
                  <a:lnTo>
                    <a:pt x="1346525" y="1346525"/>
                  </a:lnTo>
                  <a:lnTo>
                    <a:pt x="0" y="13465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>
                <a:fillRect l="0" t="0" r="0" b="0"/>
              </a:stretch>
            </a:blipFill>
          </p:spPr>
        </p:sp>
        <p:sp>
          <p:nvSpPr>
            <p:cNvPr name="Freeform 109" id="109"/>
            <p:cNvSpPr/>
            <p:nvPr/>
          </p:nvSpPr>
          <p:spPr>
            <a:xfrm flipH="false" flipV="false" rot="0">
              <a:off x="7323393" y="1082638"/>
              <a:ext cx="2608029" cy="1304015"/>
            </a:xfrm>
            <a:custGeom>
              <a:avLst/>
              <a:gdLst/>
              <a:ahLst/>
              <a:cxnLst/>
              <a:rect r="r" b="b" t="t" l="l"/>
              <a:pathLst>
                <a:path h="1304015" w="2608029">
                  <a:moveTo>
                    <a:pt x="0" y="0"/>
                  </a:moveTo>
                  <a:lnTo>
                    <a:pt x="2608029" y="0"/>
                  </a:lnTo>
                  <a:lnTo>
                    <a:pt x="2608029" y="1304015"/>
                  </a:lnTo>
                  <a:lnTo>
                    <a:pt x="0" y="13040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/>
              <a:stretch>
                <a:fillRect l="0" t="0" r="0" b="0"/>
              </a:stretch>
            </a:blipFill>
          </p:spPr>
        </p:sp>
        <p:sp>
          <p:nvSpPr>
            <p:cNvPr name="TextBox 110" id="110"/>
            <p:cNvSpPr txBox="true"/>
            <p:nvPr/>
          </p:nvSpPr>
          <p:spPr>
            <a:xfrm rot="0">
              <a:off x="2833873" y="182840"/>
              <a:ext cx="7348342" cy="5746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39"/>
                </a:lnSpc>
                <a:spcBef>
                  <a:spcPct val="0"/>
                </a:spcBef>
              </a:pPr>
              <a:r>
                <a:rPr lang="en-US" b="true" sz="26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Deployment &amp; Hosting</a:t>
              </a:r>
            </a:p>
          </p:txBody>
        </p:sp>
      </p:grpSp>
      <p:grpSp>
        <p:nvGrpSpPr>
          <p:cNvPr name="Group 111" id="111"/>
          <p:cNvGrpSpPr/>
          <p:nvPr/>
        </p:nvGrpSpPr>
        <p:grpSpPr>
          <a:xfrm rot="0">
            <a:off x="13258800" y="9686925"/>
            <a:ext cx="4267200" cy="547688"/>
            <a:chOff x="0" y="0"/>
            <a:chExt cx="5689600" cy="730250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113" id="113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sp>
        <p:nvSpPr>
          <p:cNvPr name="Freeform 114" id="114"/>
          <p:cNvSpPr/>
          <p:nvPr/>
        </p:nvSpPr>
        <p:spPr>
          <a:xfrm flipH="false" flipV="false" rot="0">
            <a:off x="4871010" y="3368935"/>
            <a:ext cx="2348448" cy="664044"/>
          </a:xfrm>
          <a:custGeom>
            <a:avLst/>
            <a:gdLst/>
            <a:ahLst/>
            <a:cxnLst/>
            <a:rect r="r" b="b" t="t" l="l"/>
            <a:pathLst>
              <a:path h="664044" w="2348448">
                <a:moveTo>
                  <a:pt x="0" y="0"/>
                </a:moveTo>
                <a:lnTo>
                  <a:pt x="2348449" y="0"/>
                </a:lnTo>
                <a:lnTo>
                  <a:pt x="2348449" y="664044"/>
                </a:lnTo>
                <a:lnTo>
                  <a:pt x="0" y="664044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 l="0" t="0" r="0" b="0"/>
            </a:stretch>
          </a:blipFill>
        </p:spPr>
      </p:sp>
      <p:sp>
        <p:nvSpPr>
          <p:cNvPr name="TextBox 115" id="115"/>
          <p:cNvSpPr txBox="true"/>
          <p:nvPr/>
        </p:nvSpPr>
        <p:spPr>
          <a:xfrm rot="0">
            <a:off x="10050376" y="1803625"/>
            <a:ext cx="7994527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9"/>
              </a:lnSpc>
              <a:spcBef>
                <a:spcPct val="0"/>
              </a:spcBef>
            </a:pPr>
            <a:r>
              <a:rPr lang="en-US" b="true" sz="2999" u="sng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Artisan Workflow Implementation</a:t>
            </a:r>
          </a:p>
        </p:txBody>
      </p:sp>
      <p:sp>
        <p:nvSpPr>
          <p:cNvPr name="TextBox 116" id="116"/>
          <p:cNvSpPr txBox="true"/>
          <p:nvPr/>
        </p:nvSpPr>
        <p:spPr>
          <a:xfrm rot="0">
            <a:off x="475612" y="1803625"/>
            <a:ext cx="7994527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9"/>
              </a:lnSpc>
              <a:spcBef>
                <a:spcPct val="0"/>
              </a:spcBef>
            </a:pPr>
            <a:r>
              <a:rPr lang="en-US" b="true" sz="2999" u="sng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Technology Stack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D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FEASIBILITY AND VIABILITY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475612" y="359321"/>
            <a:ext cx="2166328" cy="1374229"/>
            <a:chOff x="0" y="0"/>
            <a:chExt cx="2888437" cy="1832305"/>
          </a:xfrm>
        </p:grpSpPr>
        <p:sp>
          <p:nvSpPr>
            <p:cNvPr name="Freeform 16" id="16" descr="Your startup LOGO"/>
            <p:cNvSpPr/>
            <p:nvPr/>
          </p:nvSpPr>
          <p:spPr>
            <a:xfrm flipH="false" flipV="false" rot="0">
              <a:off x="0" y="0"/>
              <a:ext cx="2888488" cy="1832356"/>
            </a:xfrm>
            <a:custGeom>
              <a:avLst/>
              <a:gdLst/>
              <a:ahLst/>
              <a:cxnLst/>
              <a:rect r="r" b="b" t="t" l="l"/>
              <a:pathLst>
                <a:path h="1832356" w="2888488">
                  <a:moveTo>
                    <a:pt x="0" y="916178"/>
                  </a:moveTo>
                  <a:cubicBezTo>
                    <a:pt x="0" y="410210"/>
                    <a:pt x="646557" y="0"/>
                    <a:pt x="1444244" y="0"/>
                  </a:cubicBezTo>
                  <a:cubicBezTo>
                    <a:pt x="2241931" y="0"/>
                    <a:pt x="2888488" y="410210"/>
                    <a:pt x="2888488" y="916178"/>
                  </a:cubicBezTo>
                  <a:cubicBezTo>
                    <a:pt x="2888488" y="1422146"/>
                    <a:pt x="2241931" y="1832356"/>
                    <a:pt x="1444244" y="1832356"/>
                  </a:cubicBezTo>
                  <a:cubicBezTo>
                    <a:pt x="646557" y="1832356"/>
                    <a:pt x="0" y="1422146"/>
                    <a:pt x="0" y="916178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2888437" cy="18608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Mind Forge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1283970" y="1595752"/>
            <a:ext cx="6212152" cy="7814028"/>
          </a:xfrm>
          <a:custGeom>
            <a:avLst/>
            <a:gdLst/>
            <a:ahLst/>
            <a:cxnLst/>
            <a:rect r="r" b="b" t="t" l="l"/>
            <a:pathLst>
              <a:path h="7814028" w="6212152">
                <a:moveTo>
                  <a:pt x="0" y="0"/>
                </a:moveTo>
                <a:lnTo>
                  <a:pt x="6212152" y="0"/>
                </a:lnTo>
                <a:lnTo>
                  <a:pt x="6212152" y="7814028"/>
                </a:lnTo>
                <a:lnTo>
                  <a:pt x="0" y="781402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8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-1930133">
            <a:off x="11507800" y="2947142"/>
            <a:ext cx="541001" cy="541001"/>
          </a:xfrm>
          <a:custGeom>
            <a:avLst/>
            <a:gdLst/>
            <a:ahLst/>
            <a:cxnLst/>
            <a:rect r="r" b="b" t="t" l="l"/>
            <a:pathLst>
              <a:path h="541001" w="541001">
                <a:moveTo>
                  <a:pt x="0" y="0"/>
                </a:moveTo>
                <a:lnTo>
                  <a:pt x="541001" y="0"/>
                </a:lnTo>
                <a:lnTo>
                  <a:pt x="541001" y="541001"/>
                </a:lnTo>
                <a:lnTo>
                  <a:pt x="0" y="54100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5513437" y="4660306"/>
            <a:ext cx="573643" cy="553565"/>
          </a:xfrm>
          <a:custGeom>
            <a:avLst/>
            <a:gdLst/>
            <a:ahLst/>
            <a:cxnLst/>
            <a:rect r="r" b="b" t="t" l="l"/>
            <a:pathLst>
              <a:path h="553565" w="573643">
                <a:moveTo>
                  <a:pt x="0" y="0"/>
                </a:moveTo>
                <a:lnTo>
                  <a:pt x="573643" y="0"/>
                </a:lnTo>
                <a:lnTo>
                  <a:pt x="573643" y="553566"/>
                </a:lnTo>
                <a:lnTo>
                  <a:pt x="0" y="55356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-958292">
            <a:off x="11742221" y="6047028"/>
            <a:ext cx="546957" cy="385604"/>
          </a:xfrm>
          <a:custGeom>
            <a:avLst/>
            <a:gdLst/>
            <a:ahLst/>
            <a:cxnLst/>
            <a:rect r="r" b="b" t="t" l="l"/>
            <a:pathLst>
              <a:path h="385604" w="546957">
                <a:moveTo>
                  <a:pt x="0" y="0"/>
                </a:moveTo>
                <a:lnTo>
                  <a:pt x="546957" y="0"/>
                </a:lnTo>
                <a:lnTo>
                  <a:pt x="546957" y="385605"/>
                </a:lnTo>
                <a:lnTo>
                  <a:pt x="0" y="38560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4507631" y="7859011"/>
            <a:ext cx="1464737" cy="241682"/>
          </a:xfrm>
          <a:custGeom>
            <a:avLst/>
            <a:gdLst/>
            <a:ahLst/>
            <a:cxnLst/>
            <a:rect r="r" b="b" t="t" l="l"/>
            <a:pathLst>
              <a:path h="241682" w="1464737">
                <a:moveTo>
                  <a:pt x="0" y="0"/>
                </a:moveTo>
                <a:lnTo>
                  <a:pt x="1464738" y="0"/>
                </a:lnTo>
                <a:lnTo>
                  <a:pt x="1464738" y="241682"/>
                </a:lnTo>
                <a:lnTo>
                  <a:pt x="0" y="24168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1576006" y="1888114"/>
            <a:ext cx="5305730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21"/>
              </a:lnSpc>
              <a:spcBef>
                <a:spcPct val="0"/>
              </a:spcBef>
            </a:pPr>
            <a:r>
              <a:rPr lang="en-US" b="true" sz="3351" u="sng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Challenges &amp; Overcome Strategies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804839" y="3441106"/>
            <a:ext cx="250261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279" indent="-172640" lvl="1">
              <a:lnSpc>
                <a:spcPts val="1919"/>
              </a:lnSpc>
              <a:spcBef>
                <a:spcPct val="0"/>
              </a:spcBef>
              <a:buAutoNum type="arabicPeriod" startAt="1"/>
            </a:pPr>
            <a:r>
              <a:rPr lang="en-US" b="true" sz="1599">
                <a:solidFill>
                  <a:srgbClr val="218942"/>
                </a:solidFill>
                <a:latin typeface="Poppins Bold"/>
                <a:ea typeface="Poppins Bold"/>
                <a:cs typeface="Poppins Bold"/>
                <a:sym typeface="Poppins Bold"/>
              </a:rPr>
              <a:t>Rural Connectivity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014787" y="3717331"/>
            <a:ext cx="5358813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  <a:spcBef>
                <a:spcPct val="0"/>
              </a:spcBef>
            </a:pPr>
            <a:r>
              <a:rPr lang="en-US" b="true" sz="11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Challenge:</a:t>
            </a:r>
            <a:r>
              <a:rPr lang="en-US" sz="1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Weak netw</a:t>
            </a:r>
            <a:r>
              <a:rPr lang="en-US" sz="1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orks fail photo uploads and cloud AI processing.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014787" y="4107856"/>
            <a:ext cx="5212958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  <a:spcBef>
                <a:spcPct val="0"/>
              </a:spcBef>
            </a:pPr>
            <a:r>
              <a:rPr lang="en-US" b="true" sz="11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</a:t>
            </a:r>
            <a:r>
              <a:rPr lang="en-US" b="true" sz="11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olution:</a:t>
            </a:r>
            <a:r>
              <a:rPr lang="en-US" sz="1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Queue drafts offline; auto-upload background data when reconnected.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804839" y="5016089"/>
            <a:ext cx="4173196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279" indent="-172640" lvl="1">
              <a:lnSpc>
                <a:spcPts val="1919"/>
              </a:lnSpc>
              <a:spcBef>
                <a:spcPct val="0"/>
              </a:spcBef>
              <a:buAutoNum type="arabicPeriod" startAt="1"/>
            </a:pPr>
            <a:r>
              <a:rPr lang="en-US" b="true" sz="1599">
                <a:solidFill>
                  <a:srgbClr val="218942"/>
                </a:solidFill>
                <a:latin typeface="Poppins Bold"/>
                <a:ea typeface="Poppins Bold"/>
                <a:cs typeface="Poppins Bold"/>
                <a:sym typeface="Poppins Bold"/>
              </a:rPr>
              <a:t>Workshop Speech Recognition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948037" y="5292314"/>
            <a:ext cx="5261186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  <a:spcBef>
                <a:spcPct val="0"/>
              </a:spcBef>
            </a:pPr>
            <a:r>
              <a:rPr lang="en-US" b="true" sz="11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Challenge:</a:t>
            </a:r>
            <a:r>
              <a:rPr lang="en-US" sz="1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Ambient noise and dialects mess up voice inputs.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948037" y="5501864"/>
            <a:ext cx="5117989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  <a:spcBef>
                <a:spcPct val="0"/>
              </a:spcBef>
            </a:pPr>
            <a:r>
              <a:rPr lang="en-US" b="true" sz="11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</a:t>
            </a:r>
            <a:r>
              <a:rPr lang="en-US" b="true" sz="11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olution:</a:t>
            </a:r>
            <a:r>
              <a:rPr lang="en-US" sz="1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Use on-app noise filtering, save previous voice inputs, and do instant audio previews.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908556" y="6441217"/>
            <a:ext cx="434593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279" indent="-172640" lvl="1">
              <a:lnSpc>
                <a:spcPts val="1919"/>
              </a:lnSpc>
              <a:spcBef>
                <a:spcPct val="0"/>
              </a:spcBef>
              <a:buAutoNum type="arabicPeriod" startAt="1"/>
            </a:pPr>
            <a:r>
              <a:rPr lang="en-US" b="true" sz="1599">
                <a:solidFill>
                  <a:srgbClr val="218942"/>
                </a:solidFill>
                <a:latin typeface="Poppins Bold"/>
                <a:ea typeface="Poppins Bold"/>
                <a:cs typeface="Poppins Bold"/>
                <a:sym typeface="Poppins Bold"/>
              </a:rPr>
              <a:t>Digital Literacy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057681" y="6717442"/>
            <a:ext cx="5478956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  <a:spcBef>
                <a:spcPct val="0"/>
              </a:spcBef>
            </a:pPr>
            <a:r>
              <a:rPr lang="en-US" b="true" sz="11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Challenge:</a:t>
            </a:r>
            <a:r>
              <a:rPr lang="en-US" sz="1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Low tech literacy creates problematic navigation and pricing errors.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057681" y="7079392"/>
            <a:ext cx="5329831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  <a:spcBef>
                <a:spcPct val="0"/>
              </a:spcBef>
            </a:pPr>
            <a:r>
              <a:rPr lang="en-US" b="true" sz="11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</a:t>
            </a:r>
            <a:r>
              <a:rPr lang="en-US" b="true" sz="11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olution:</a:t>
            </a:r>
            <a:r>
              <a:rPr lang="en-US" sz="1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Use voice/icon UI and a visual tutorial website or in app video to understand basic app workflow 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804839" y="7924480"/>
            <a:ext cx="4314647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279" indent="-172640" lvl="1">
              <a:lnSpc>
                <a:spcPts val="1919"/>
              </a:lnSpc>
              <a:spcBef>
                <a:spcPct val="0"/>
              </a:spcBef>
              <a:buAutoNum type="arabicPeriod" startAt="1"/>
            </a:pPr>
            <a:r>
              <a:rPr lang="en-US" b="true" sz="1599">
                <a:solidFill>
                  <a:srgbClr val="218942"/>
                </a:solidFill>
                <a:latin typeface="Poppins Bold"/>
                <a:ea typeface="Poppins Bold"/>
                <a:cs typeface="Poppins Bold"/>
                <a:sym typeface="Poppins Bold"/>
              </a:rPr>
              <a:t>Quality Verification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952890" y="8200705"/>
            <a:ext cx="5439514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  <a:spcBef>
                <a:spcPct val="0"/>
              </a:spcBef>
            </a:pPr>
            <a:r>
              <a:rPr lang="en-US" b="true" sz="11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Challenge:</a:t>
            </a:r>
            <a:r>
              <a:rPr lang="en-US" sz="1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Remote buyers cannot verify physical craftsmanship quality.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1937335" y="8591230"/>
            <a:ext cx="5291463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  <a:spcBef>
                <a:spcPct val="0"/>
              </a:spcBef>
            </a:pPr>
            <a:r>
              <a:rPr lang="en-US" b="true" sz="11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</a:t>
            </a:r>
            <a:r>
              <a:rPr lang="en-US" b="true" sz="11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olution:</a:t>
            </a:r>
            <a:r>
              <a:rPr lang="en-US" sz="1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Add star ratings systems, trusted artisans badges, product reviews and translated feedback .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475612" y="2719693"/>
            <a:ext cx="5318896" cy="2783073"/>
            <a:chOff x="0" y="0"/>
            <a:chExt cx="1053464" cy="551217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53464" cy="551195"/>
            </a:xfrm>
            <a:custGeom>
              <a:avLst/>
              <a:gdLst/>
              <a:ahLst/>
              <a:cxnLst/>
              <a:rect r="r" b="b" t="t" l="l"/>
              <a:pathLst>
                <a:path h="551195" w="1053464">
                  <a:moveTo>
                    <a:pt x="598134" y="0"/>
                  </a:moveTo>
                  <a:cubicBezTo>
                    <a:pt x="609689" y="0"/>
                    <a:pt x="621313" y="0"/>
                    <a:pt x="632845" y="0"/>
                  </a:cubicBezTo>
                  <a:cubicBezTo>
                    <a:pt x="724788" y="9206"/>
                    <a:pt x="782248" y="39852"/>
                    <a:pt x="808420" y="89999"/>
                  </a:cubicBezTo>
                  <a:cubicBezTo>
                    <a:pt x="961704" y="83311"/>
                    <a:pt x="1068653" y="178131"/>
                    <a:pt x="1005231" y="271192"/>
                  </a:cubicBezTo>
                  <a:cubicBezTo>
                    <a:pt x="1027817" y="290747"/>
                    <a:pt x="1046659" y="312621"/>
                    <a:pt x="1053464" y="341980"/>
                  </a:cubicBezTo>
                  <a:cubicBezTo>
                    <a:pt x="1053464" y="350390"/>
                    <a:pt x="1053464" y="358781"/>
                    <a:pt x="1053464" y="367189"/>
                  </a:cubicBezTo>
                  <a:cubicBezTo>
                    <a:pt x="1033184" y="441911"/>
                    <a:pt x="945923" y="492402"/>
                    <a:pt x="802664" y="478809"/>
                  </a:cubicBezTo>
                  <a:cubicBezTo>
                    <a:pt x="765804" y="517175"/>
                    <a:pt x="700216" y="555455"/>
                    <a:pt x="598155" y="550811"/>
                  </a:cubicBezTo>
                  <a:cubicBezTo>
                    <a:pt x="545401" y="548293"/>
                    <a:pt x="508701" y="533704"/>
                    <a:pt x="476569" y="515980"/>
                  </a:cubicBezTo>
                  <a:cubicBezTo>
                    <a:pt x="442725" y="530713"/>
                    <a:pt x="406071" y="542275"/>
                    <a:pt x="353111" y="542403"/>
                  </a:cubicBezTo>
                  <a:cubicBezTo>
                    <a:pt x="230588" y="542621"/>
                    <a:pt x="148625" y="485860"/>
                    <a:pt x="146638" y="408003"/>
                  </a:cubicBezTo>
                  <a:cubicBezTo>
                    <a:pt x="67873" y="389789"/>
                    <a:pt x="14525" y="355791"/>
                    <a:pt x="0" y="297615"/>
                  </a:cubicBezTo>
                  <a:cubicBezTo>
                    <a:pt x="0" y="289207"/>
                    <a:pt x="0" y="280779"/>
                    <a:pt x="0" y="272406"/>
                  </a:cubicBezTo>
                  <a:cubicBezTo>
                    <a:pt x="16032" y="214758"/>
                    <a:pt x="66479" y="178547"/>
                    <a:pt x="150475" y="163197"/>
                  </a:cubicBezTo>
                  <a:cubicBezTo>
                    <a:pt x="145428" y="65950"/>
                    <a:pt x="313443" y="5183"/>
                    <a:pt x="451472" y="48026"/>
                  </a:cubicBezTo>
                  <a:cubicBezTo>
                    <a:pt x="484335" y="26840"/>
                    <a:pt x="530830" y="3733"/>
                    <a:pt x="59813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6A6A6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49381" y="72820"/>
              <a:ext cx="954701" cy="3996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99"/>
                </a:lnSpc>
              </a:pPr>
              <a:r>
                <a:rPr lang="en-US" sz="2999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Technical </a:t>
              </a:r>
            </a:p>
            <a:p>
              <a:pPr algn="ctr">
                <a:lnSpc>
                  <a:spcPts val="2159"/>
                </a:lnSpc>
              </a:pPr>
              <a:r>
                <a:rPr lang="en-US" sz="17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Built on lightweight Flutter and FastAPI using existing speech and vision models, ensuring minimal infrastructure overhead.</a:t>
              </a: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3172003" y="1925207"/>
            <a:ext cx="6203297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39"/>
              </a:lnSpc>
              <a:spcBef>
                <a:spcPct val="0"/>
              </a:spcBef>
            </a:pPr>
            <a:r>
              <a:rPr lang="en-US" b="true" sz="3699" u="sng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Feasibility of the Idea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5794508" y="4155938"/>
            <a:ext cx="5430229" cy="2863330"/>
            <a:chOff x="0" y="0"/>
            <a:chExt cx="1499062" cy="79044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499062" cy="790171"/>
            </a:xfrm>
            <a:custGeom>
              <a:avLst/>
              <a:gdLst/>
              <a:ahLst/>
              <a:cxnLst/>
              <a:rect r="r" b="b" t="t" l="l"/>
              <a:pathLst>
                <a:path h="790171" w="1499062">
                  <a:moveTo>
                    <a:pt x="851135" y="0"/>
                  </a:moveTo>
                  <a:cubicBezTo>
                    <a:pt x="867578" y="0"/>
                    <a:pt x="884119" y="0"/>
                    <a:pt x="900529" y="0"/>
                  </a:cubicBezTo>
                  <a:cubicBezTo>
                    <a:pt x="1031362" y="13202"/>
                    <a:pt x="1113127" y="57149"/>
                    <a:pt x="1150369" y="129059"/>
                  </a:cubicBezTo>
                  <a:cubicBezTo>
                    <a:pt x="1368489" y="119469"/>
                    <a:pt x="1514252" y="255441"/>
                    <a:pt x="1430429" y="388891"/>
                  </a:cubicBezTo>
                  <a:cubicBezTo>
                    <a:pt x="1462567" y="416933"/>
                    <a:pt x="1489379" y="448300"/>
                    <a:pt x="1499062" y="490401"/>
                  </a:cubicBezTo>
                  <a:cubicBezTo>
                    <a:pt x="1499062" y="502461"/>
                    <a:pt x="1499062" y="514493"/>
                    <a:pt x="1499062" y="526551"/>
                  </a:cubicBezTo>
                  <a:cubicBezTo>
                    <a:pt x="1470206" y="633702"/>
                    <a:pt x="1346034" y="706107"/>
                    <a:pt x="1142178" y="686615"/>
                  </a:cubicBezTo>
                  <a:cubicBezTo>
                    <a:pt x="1089727" y="741632"/>
                    <a:pt x="996396" y="794685"/>
                    <a:pt x="851165" y="789866"/>
                  </a:cubicBezTo>
                  <a:cubicBezTo>
                    <a:pt x="776097" y="786254"/>
                    <a:pt x="723874" y="765334"/>
                    <a:pt x="678150" y="739917"/>
                  </a:cubicBezTo>
                  <a:cubicBezTo>
                    <a:pt x="629990" y="761045"/>
                    <a:pt x="577832" y="777625"/>
                    <a:pt x="502472" y="777808"/>
                  </a:cubicBezTo>
                  <a:cubicBezTo>
                    <a:pt x="328124" y="778120"/>
                    <a:pt x="211492" y="696725"/>
                    <a:pt x="208664" y="585078"/>
                  </a:cubicBezTo>
                  <a:cubicBezTo>
                    <a:pt x="96582" y="558959"/>
                    <a:pt x="20668" y="510206"/>
                    <a:pt x="0" y="426781"/>
                  </a:cubicBezTo>
                  <a:cubicBezTo>
                    <a:pt x="0" y="414723"/>
                    <a:pt x="0" y="402639"/>
                    <a:pt x="0" y="390632"/>
                  </a:cubicBezTo>
                  <a:cubicBezTo>
                    <a:pt x="22813" y="307964"/>
                    <a:pt x="94599" y="256037"/>
                    <a:pt x="214124" y="234025"/>
                  </a:cubicBezTo>
                  <a:cubicBezTo>
                    <a:pt x="206942" y="94572"/>
                    <a:pt x="446025" y="7433"/>
                    <a:pt x="642437" y="68869"/>
                  </a:cubicBezTo>
                  <a:cubicBezTo>
                    <a:pt x="689201" y="38489"/>
                    <a:pt x="755364" y="5354"/>
                    <a:pt x="85113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6A6A6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70269" y="103166"/>
              <a:ext cx="1358525" cy="5743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Operational</a:t>
              </a:r>
            </a:p>
            <a:p>
              <a:pPr algn="ctr">
                <a:lnSpc>
                  <a:spcPts val="2160"/>
                </a:lnSpc>
              </a:pPr>
              <a:r>
                <a:rPr lang="en-US" b="true" sz="180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</a:t>
              </a:r>
              <a:r>
                <a:rPr lang="en-US" sz="18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Enables artisans to catalog products via vernacular voice notes and photos, bypassing text and digital literacy barriers.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475612" y="6493366"/>
            <a:ext cx="6746685" cy="2474520"/>
            <a:chOff x="0" y="0"/>
            <a:chExt cx="2155125" cy="790448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155125" cy="790171"/>
            </a:xfrm>
            <a:custGeom>
              <a:avLst/>
              <a:gdLst/>
              <a:ahLst/>
              <a:cxnLst/>
              <a:rect r="r" b="b" t="t" l="l"/>
              <a:pathLst>
                <a:path h="790171" w="2155125">
                  <a:moveTo>
                    <a:pt x="1223633" y="0"/>
                  </a:moveTo>
                  <a:cubicBezTo>
                    <a:pt x="1247272" y="0"/>
                    <a:pt x="1271052" y="0"/>
                    <a:pt x="1294645" y="0"/>
                  </a:cubicBezTo>
                  <a:cubicBezTo>
                    <a:pt x="1482736" y="13202"/>
                    <a:pt x="1600285" y="57149"/>
                    <a:pt x="1653826" y="129059"/>
                  </a:cubicBezTo>
                  <a:cubicBezTo>
                    <a:pt x="1967407" y="119469"/>
                    <a:pt x="2170315" y="255441"/>
                    <a:pt x="2056454" y="388891"/>
                  </a:cubicBezTo>
                  <a:cubicBezTo>
                    <a:pt x="2102658" y="416933"/>
                    <a:pt x="2141205" y="448300"/>
                    <a:pt x="2155125" y="490401"/>
                  </a:cubicBezTo>
                  <a:cubicBezTo>
                    <a:pt x="2155125" y="502461"/>
                    <a:pt x="2155125" y="514493"/>
                    <a:pt x="2155125" y="526551"/>
                  </a:cubicBezTo>
                  <a:cubicBezTo>
                    <a:pt x="2113639" y="633702"/>
                    <a:pt x="1935124" y="706107"/>
                    <a:pt x="1642051" y="686615"/>
                  </a:cubicBezTo>
                  <a:cubicBezTo>
                    <a:pt x="1566645" y="741632"/>
                    <a:pt x="1432468" y="794685"/>
                    <a:pt x="1223677" y="789866"/>
                  </a:cubicBezTo>
                  <a:cubicBezTo>
                    <a:pt x="1115756" y="786254"/>
                    <a:pt x="1040676" y="765334"/>
                    <a:pt x="974942" y="739917"/>
                  </a:cubicBezTo>
                  <a:cubicBezTo>
                    <a:pt x="905705" y="761045"/>
                    <a:pt x="830720" y="777625"/>
                    <a:pt x="722378" y="777808"/>
                  </a:cubicBezTo>
                  <a:cubicBezTo>
                    <a:pt x="471727" y="778120"/>
                    <a:pt x="304051" y="696725"/>
                    <a:pt x="299986" y="585078"/>
                  </a:cubicBezTo>
                  <a:cubicBezTo>
                    <a:pt x="138850" y="558959"/>
                    <a:pt x="29714" y="510206"/>
                    <a:pt x="0" y="426781"/>
                  </a:cubicBezTo>
                  <a:cubicBezTo>
                    <a:pt x="0" y="414723"/>
                    <a:pt x="0" y="402639"/>
                    <a:pt x="0" y="390632"/>
                  </a:cubicBezTo>
                  <a:cubicBezTo>
                    <a:pt x="32797" y="307964"/>
                    <a:pt x="136001" y="256037"/>
                    <a:pt x="307835" y="234025"/>
                  </a:cubicBezTo>
                  <a:cubicBezTo>
                    <a:pt x="297510" y="94572"/>
                    <a:pt x="641227" y="7433"/>
                    <a:pt x="923599" y="68869"/>
                  </a:cubicBezTo>
                  <a:cubicBezTo>
                    <a:pt x="990829" y="38489"/>
                    <a:pt x="1085947" y="5354"/>
                    <a:pt x="122363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6A6A6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5" id="45"/>
            <p:cNvSpPr txBox="true"/>
            <p:nvPr/>
          </p:nvSpPr>
          <p:spPr>
            <a:xfrm>
              <a:off x="101022" y="103166"/>
              <a:ext cx="1953082" cy="5743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Economic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Taps into the ethical sourcing market by removing middlemen and establishing transparent wholesale margins.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IMPACT AND BENEFITS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5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475612" y="359321"/>
            <a:ext cx="2166328" cy="1374229"/>
            <a:chOff x="0" y="0"/>
            <a:chExt cx="2888437" cy="1832305"/>
          </a:xfrm>
        </p:grpSpPr>
        <p:sp>
          <p:nvSpPr>
            <p:cNvPr name="Freeform 16" id="16" descr="Your startup LOGO"/>
            <p:cNvSpPr/>
            <p:nvPr/>
          </p:nvSpPr>
          <p:spPr>
            <a:xfrm flipH="false" flipV="false" rot="0">
              <a:off x="0" y="0"/>
              <a:ext cx="2888488" cy="1832356"/>
            </a:xfrm>
            <a:custGeom>
              <a:avLst/>
              <a:gdLst/>
              <a:ahLst/>
              <a:cxnLst/>
              <a:rect r="r" b="b" t="t" l="l"/>
              <a:pathLst>
                <a:path h="1832356" w="2888488">
                  <a:moveTo>
                    <a:pt x="0" y="916178"/>
                  </a:moveTo>
                  <a:cubicBezTo>
                    <a:pt x="0" y="410210"/>
                    <a:pt x="646557" y="0"/>
                    <a:pt x="1444244" y="0"/>
                  </a:cubicBezTo>
                  <a:cubicBezTo>
                    <a:pt x="2241931" y="0"/>
                    <a:pt x="2888488" y="410210"/>
                    <a:pt x="2888488" y="916178"/>
                  </a:cubicBezTo>
                  <a:cubicBezTo>
                    <a:pt x="2888488" y="1422146"/>
                    <a:pt x="2241931" y="1832356"/>
                    <a:pt x="1444244" y="1832356"/>
                  </a:cubicBezTo>
                  <a:cubicBezTo>
                    <a:pt x="646557" y="1832356"/>
                    <a:pt x="0" y="1422146"/>
                    <a:pt x="0" y="916178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2888437" cy="18608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Mind Forge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-147081" y="3338156"/>
            <a:ext cx="5795406" cy="6299666"/>
            <a:chOff x="0" y="0"/>
            <a:chExt cx="7727208" cy="839955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585476" cy="5592044"/>
            </a:xfrm>
            <a:custGeom>
              <a:avLst/>
              <a:gdLst/>
              <a:ahLst/>
              <a:cxnLst/>
              <a:rect r="r" b="b" t="t" l="l"/>
              <a:pathLst>
                <a:path h="5592044" w="4585476">
                  <a:moveTo>
                    <a:pt x="0" y="0"/>
                  </a:moveTo>
                  <a:lnTo>
                    <a:pt x="4585476" y="0"/>
                  </a:lnTo>
                  <a:lnTo>
                    <a:pt x="4585476" y="5592044"/>
                  </a:lnTo>
                  <a:lnTo>
                    <a:pt x="0" y="55920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80000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3540597" y="1446415"/>
              <a:ext cx="2644960" cy="3093521"/>
            </a:xfrm>
            <a:custGeom>
              <a:avLst/>
              <a:gdLst/>
              <a:ahLst/>
              <a:cxnLst/>
              <a:rect r="r" b="b" t="t" l="l"/>
              <a:pathLst>
                <a:path h="3093521" w="2644960">
                  <a:moveTo>
                    <a:pt x="0" y="0"/>
                  </a:moveTo>
                  <a:lnTo>
                    <a:pt x="2644961" y="0"/>
                  </a:lnTo>
                  <a:lnTo>
                    <a:pt x="2644961" y="3093521"/>
                  </a:lnTo>
                  <a:lnTo>
                    <a:pt x="0" y="30935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80000"/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3540597" y="3734376"/>
              <a:ext cx="2712452" cy="2617516"/>
            </a:xfrm>
            <a:custGeom>
              <a:avLst/>
              <a:gdLst/>
              <a:ahLst/>
              <a:cxnLst/>
              <a:rect r="r" b="b" t="t" l="l"/>
              <a:pathLst>
                <a:path h="2617516" w="2712452">
                  <a:moveTo>
                    <a:pt x="0" y="0"/>
                  </a:moveTo>
                  <a:lnTo>
                    <a:pt x="2712452" y="0"/>
                  </a:lnTo>
                  <a:lnTo>
                    <a:pt x="2712452" y="2617517"/>
                  </a:lnTo>
                  <a:lnTo>
                    <a:pt x="0" y="2617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alphaModFix amt="80000"/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1662821" y="4304231"/>
              <a:ext cx="4013417" cy="4095323"/>
            </a:xfrm>
            <a:custGeom>
              <a:avLst/>
              <a:gdLst/>
              <a:ahLst/>
              <a:cxnLst/>
              <a:rect r="r" b="b" t="t" l="l"/>
              <a:pathLst>
                <a:path h="4095323" w="4013417">
                  <a:moveTo>
                    <a:pt x="0" y="0"/>
                  </a:moveTo>
                  <a:lnTo>
                    <a:pt x="4013417" y="0"/>
                  </a:lnTo>
                  <a:lnTo>
                    <a:pt x="4013417" y="4095323"/>
                  </a:lnTo>
                  <a:lnTo>
                    <a:pt x="0" y="40953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alphaModFix amt="80000"/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4896823" y="5376005"/>
              <a:ext cx="2830384" cy="2816233"/>
            </a:xfrm>
            <a:custGeom>
              <a:avLst/>
              <a:gdLst/>
              <a:ahLst/>
              <a:cxnLst/>
              <a:rect r="r" b="b" t="t" l="l"/>
              <a:pathLst>
                <a:path h="2816233" w="2830384">
                  <a:moveTo>
                    <a:pt x="0" y="0"/>
                  </a:moveTo>
                  <a:lnTo>
                    <a:pt x="2830385" y="0"/>
                  </a:lnTo>
                  <a:lnTo>
                    <a:pt x="2830385" y="2816233"/>
                  </a:lnTo>
                  <a:lnTo>
                    <a:pt x="0" y="28162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alphaModFix amt="80000"/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5958080"/>
              <a:ext cx="2943859" cy="2237333"/>
            </a:xfrm>
            <a:custGeom>
              <a:avLst/>
              <a:gdLst/>
              <a:ahLst/>
              <a:cxnLst/>
              <a:rect r="r" b="b" t="t" l="l"/>
              <a:pathLst>
                <a:path h="2237333" w="2943859">
                  <a:moveTo>
                    <a:pt x="0" y="0"/>
                  </a:moveTo>
                  <a:lnTo>
                    <a:pt x="2943859" y="0"/>
                  </a:lnTo>
                  <a:lnTo>
                    <a:pt x="2943859" y="2237333"/>
                  </a:lnTo>
                  <a:lnTo>
                    <a:pt x="0" y="22373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alphaModFix amt="80000"/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912489" y="2354632"/>
            <a:ext cx="16925622" cy="1395708"/>
            <a:chOff x="0" y="0"/>
            <a:chExt cx="22567496" cy="1860944"/>
          </a:xfrm>
        </p:grpSpPr>
        <p:grpSp>
          <p:nvGrpSpPr>
            <p:cNvPr name="Group 26" id="26"/>
            <p:cNvGrpSpPr/>
            <p:nvPr/>
          </p:nvGrpSpPr>
          <p:grpSpPr>
            <a:xfrm rot="-5400000">
              <a:off x="11976914" y="-8729639"/>
              <a:ext cx="1860944" cy="19320221"/>
              <a:chOff x="0" y="0"/>
              <a:chExt cx="293164" cy="304361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293164" cy="3031870"/>
              </a:xfrm>
              <a:custGeom>
                <a:avLst/>
                <a:gdLst/>
                <a:ahLst/>
                <a:cxnLst/>
                <a:rect r="r" b="b" t="t" l="l"/>
                <a:pathLst>
                  <a:path h="3031870" w="293164">
                    <a:moveTo>
                      <a:pt x="293164" y="85619"/>
                    </a:moveTo>
                    <a:lnTo>
                      <a:pt x="293164" y="3018571"/>
                    </a:lnTo>
                    <a:cubicBezTo>
                      <a:pt x="293164" y="3023491"/>
                      <a:pt x="290448" y="3028009"/>
                      <a:pt x="286103" y="3030316"/>
                    </a:cubicBezTo>
                    <a:cubicBezTo>
                      <a:pt x="281758" y="3032624"/>
                      <a:pt x="276494" y="3032345"/>
                      <a:pt x="272418" y="3029590"/>
                    </a:cubicBezTo>
                    <a:lnTo>
                      <a:pt x="167328" y="2958570"/>
                    </a:lnTo>
                    <a:cubicBezTo>
                      <a:pt x="154794" y="2950100"/>
                      <a:pt x="138370" y="2950100"/>
                      <a:pt x="125836" y="2958570"/>
                    </a:cubicBezTo>
                    <a:lnTo>
                      <a:pt x="20746" y="3029590"/>
                    </a:lnTo>
                    <a:cubicBezTo>
                      <a:pt x="16670" y="3032345"/>
                      <a:pt x="11406" y="3032624"/>
                      <a:pt x="7061" y="3030316"/>
                    </a:cubicBezTo>
                    <a:cubicBezTo>
                      <a:pt x="2716" y="3028009"/>
                      <a:pt x="0" y="3023491"/>
                      <a:pt x="0" y="3018571"/>
                    </a:cubicBezTo>
                    <a:lnTo>
                      <a:pt x="0" y="81044"/>
                    </a:lnTo>
                    <a:cubicBezTo>
                      <a:pt x="0" y="22860"/>
                      <a:pt x="17590" y="0"/>
                      <a:pt x="38111" y="0"/>
                    </a:cubicBezTo>
                    <a:lnTo>
                      <a:pt x="255052" y="0"/>
                    </a:lnTo>
                    <a:cubicBezTo>
                      <a:pt x="275574" y="0"/>
                      <a:pt x="293164" y="21590"/>
                      <a:pt x="293164" y="90193"/>
                    </a:cubicBezTo>
                    <a:lnTo>
                      <a:pt x="293164" y="85619"/>
                    </a:lnTo>
                    <a:cubicBezTo>
                      <a:pt x="293164" y="85619"/>
                      <a:pt x="293164" y="85619"/>
                      <a:pt x="293164" y="85619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0CC0DF">
                      <a:alpha val="30000"/>
                    </a:srgbClr>
                  </a:gs>
                  <a:gs pos="100000">
                    <a:srgbClr val="FFDE59">
                      <a:alpha val="30000"/>
                    </a:srgbClr>
                  </a:gs>
                </a:gsLst>
                <a:lin ang="0"/>
              </a:gra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19050"/>
                <a:ext cx="293164" cy="2963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59"/>
                  </a:lnSpc>
                </a:pPr>
              </a:p>
            </p:txBody>
          </p:sp>
        </p:grpSp>
        <p:sp>
          <p:nvSpPr>
            <p:cNvPr name="Freeform 29" id="29"/>
            <p:cNvSpPr/>
            <p:nvPr/>
          </p:nvSpPr>
          <p:spPr>
            <a:xfrm flipH="true" flipV="false" rot="292915">
              <a:off x="3485958" y="279655"/>
              <a:ext cx="1032838" cy="917508"/>
            </a:xfrm>
            <a:custGeom>
              <a:avLst/>
              <a:gdLst/>
              <a:ahLst/>
              <a:cxnLst/>
              <a:rect r="r" b="b" t="t" l="l"/>
              <a:pathLst>
                <a:path h="917508" w="1032838">
                  <a:moveTo>
                    <a:pt x="1032838" y="0"/>
                  </a:moveTo>
                  <a:lnTo>
                    <a:pt x="0" y="0"/>
                  </a:lnTo>
                  <a:lnTo>
                    <a:pt x="0" y="917508"/>
                  </a:lnTo>
                  <a:lnTo>
                    <a:pt x="1032838" y="917508"/>
                  </a:lnTo>
                  <a:lnTo>
                    <a:pt x="1032838" y="0"/>
                  </a:lnTo>
                  <a:close/>
                </a:path>
              </a:pathLst>
            </a:custGeom>
            <a:blipFill>
              <a:blip r:embed="rId17"/>
              <a:stretch>
                <a:fillRect l="0" t="-937" r="0" b="-937"/>
              </a:stretch>
            </a:blipFill>
          </p:spPr>
        </p:sp>
        <p:sp>
          <p:nvSpPr>
            <p:cNvPr name="Freeform 30" id="30"/>
            <p:cNvSpPr/>
            <p:nvPr/>
          </p:nvSpPr>
          <p:spPr>
            <a:xfrm flipH="true" flipV="false" rot="0">
              <a:off x="4146734" y="854513"/>
              <a:ext cx="818458" cy="768251"/>
            </a:xfrm>
            <a:custGeom>
              <a:avLst/>
              <a:gdLst/>
              <a:ahLst/>
              <a:cxnLst/>
              <a:rect r="r" b="b" t="t" l="l"/>
              <a:pathLst>
                <a:path h="768251" w="818458">
                  <a:moveTo>
                    <a:pt x="818459" y="0"/>
                  </a:moveTo>
                  <a:lnTo>
                    <a:pt x="0" y="0"/>
                  </a:lnTo>
                  <a:lnTo>
                    <a:pt x="0" y="768251"/>
                  </a:lnTo>
                  <a:lnTo>
                    <a:pt x="818459" y="768251"/>
                  </a:lnTo>
                  <a:lnTo>
                    <a:pt x="818459" y="0"/>
                  </a:lnTo>
                  <a:close/>
                </a:path>
              </a:pathLst>
            </a:custGeom>
            <a:blipFill>
              <a:blip r:embed="rId18"/>
              <a:stretch>
                <a:fillRect l="0" t="-870" r="0" b="-87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 rot="0">
              <a:off x="5171910" y="484058"/>
              <a:ext cx="16669386" cy="9295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03"/>
                </a:lnSpc>
                <a:spcBef>
                  <a:spcPct val="0"/>
                </a:spcBef>
              </a:pPr>
              <a:r>
                <a:rPr lang="en-US" b="true" sz="2253">
                  <a:solidFill>
                    <a:srgbClr val="EF635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                                           </a:t>
              </a:r>
              <a:r>
                <a:rPr lang="en-US" b="true" sz="2253">
                  <a:solidFill>
                    <a:srgbClr val="EF635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                               </a:t>
              </a:r>
              <a:r>
                <a:rPr lang="en-US" sz="2253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Transitions artisans r</a:t>
              </a:r>
              <a:r>
                <a:rPr lang="en-US" sz="2253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eplacing seasonal physical fairs with continuous, year-round online access to e-commerce B2B clients/customers. 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0" y="469123"/>
              <a:ext cx="16516545" cy="5449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20"/>
                </a:lnSpc>
                <a:spcBef>
                  <a:spcPct val="0"/>
                </a:spcBef>
              </a:pPr>
              <a:r>
                <a:rPr lang="en-US" b="true" sz="2600">
                  <a:solidFill>
                    <a:srgbClr val="E76F5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365</a:t>
              </a:r>
              <a:r>
                <a:rPr lang="en-US" b="true" sz="2600">
                  <a:solidFill>
                    <a:srgbClr val="E76F5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Days Digital Presence: 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41778" y="3950365"/>
            <a:ext cx="16867045" cy="1360034"/>
            <a:chOff x="0" y="0"/>
            <a:chExt cx="22489393" cy="1813378"/>
          </a:xfrm>
        </p:grpSpPr>
        <p:grpSp>
          <p:nvGrpSpPr>
            <p:cNvPr name="Group 34" id="34"/>
            <p:cNvGrpSpPr/>
            <p:nvPr/>
          </p:nvGrpSpPr>
          <p:grpSpPr>
            <a:xfrm rot="-5400000">
              <a:off x="12674871" y="-8001144"/>
              <a:ext cx="1813378" cy="17815666"/>
              <a:chOff x="0" y="0"/>
              <a:chExt cx="293164" cy="2880208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293164" cy="2868468"/>
              </a:xfrm>
              <a:custGeom>
                <a:avLst/>
                <a:gdLst/>
                <a:ahLst/>
                <a:cxnLst/>
                <a:rect r="r" b="b" t="t" l="l"/>
                <a:pathLst>
                  <a:path h="2868468" w="293164">
                    <a:moveTo>
                      <a:pt x="293164" y="83299"/>
                    </a:moveTo>
                    <a:lnTo>
                      <a:pt x="293164" y="2855169"/>
                    </a:lnTo>
                    <a:cubicBezTo>
                      <a:pt x="293164" y="2860088"/>
                      <a:pt x="290448" y="2864606"/>
                      <a:pt x="286103" y="2866914"/>
                    </a:cubicBezTo>
                    <a:cubicBezTo>
                      <a:pt x="281758" y="2869222"/>
                      <a:pt x="276494" y="2868942"/>
                      <a:pt x="272418" y="2866188"/>
                    </a:cubicBezTo>
                    <a:lnTo>
                      <a:pt x="167328" y="2795168"/>
                    </a:lnTo>
                    <a:cubicBezTo>
                      <a:pt x="154794" y="2786698"/>
                      <a:pt x="138370" y="2786698"/>
                      <a:pt x="125836" y="2795168"/>
                    </a:cubicBezTo>
                    <a:lnTo>
                      <a:pt x="20746" y="2866188"/>
                    </a:lnTo>
                    <a:cubicBezTo>
                      <a:pt x="16670" y="2868942"/>
                      <a:pt x="11406" y="2869222"/>
                      <a:pt x="7061" y="2866914"/>
                    </a:cubicBezTo>
                    <a:cubicBezTo>
                      <a:pt x="2716" y="2864606"/>
                      <a:pt x="0" y="2860088"/>
                      <a:pt x="0" y="2855169"/>
                    </a:cubicBezTo>
                    <a:lnTo>
                      <a:pt x="0" y="78982"/>
                    </a:lnTo>
                    <a:cubicBezTo>
                      <a:pt x="0" y="22860"/>
                      <a:pt x="17590" y="0"/>
                      <a:pt x="38111" y="0"/>
                    </a:cubicBezTo>
                    <a:lnTo>
                      <a:pt x="255052" y="0"/>
                    </a:lnTo>
                    <a:cubicBezTo>
                      <a:pt x="275574" y="0"/>
                      <a:pt x="293164" y="21590"/>
                      <a:pt x="293164" y="87616"/>
                    </a:cubicBezTo>
                    <a:lnTo>
                      <a:pt x="293164" y="83299"/>
                    </a:lnTo>
                    <a:cubicBezTo>
                      <a:pt x="293164" y="83299"/>
                      <a:pt x="293164" y="83299"/>
                      <a:pt x="293164" y="83299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0CC0DF">
                      <a:alpha val="30000"/>
                    </a:srgbClr>
                  </a:gs>
                  <a:gs pos="100000">
                    <a:srgbClr val="FFDE59">
                      <a:alpha val="30000"/>
                    </a:srgbClr>
                  </a:gs>
                </a:gsLst>
                <a:lin ang="0"/>
              </a:gra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19050"/>
                <a:ext cx="293164" cy="280019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59"/>
                  </a:lnSpc>
                </a:pPr>
              </a:p>
            </p:txBody>
          </p:sp>
        </p:grpSp>
        <p:sp>
          <p:nvSpPr>
            <p:cNvPr name="Freeform 37" id="37"/>
            <p:cNvSpPr/>
            <p:nvPr/>
          </p:nvSpPr>
          <p:spPr>
            <a:xfrm flipH="false" flipV="false" rot="0">
              <a:off x="4973556" y="269728"/>
              <a:ext cx="1062015" cy="1273922"/>
            </a:xfrm>
            <a:custGeom>
              <a:avLst/>
              <a:gdLst/>
              <a:ahLst/>
              <a:cxnLst/>
              <a:rect r="r" b="b" t="t" l="l"/>
              <a:pathLst>
                <a:path h="1273922" w="1062015">
                  <a:moveTo>
                    <a:pt x="0" y="0"/>
                  </a:moveTo>
                  <a:lnTo>
                    <a:pt x="1062015" y="0"/>
                  </a:lnTo>
                  <a:lnTo>
                    <a:pt x="1062015" y="1273922"/>
                  </a:lnTo>
                  <a:lnTo>
                    <a:pt x="0" y="12739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-80" t="0" r="-80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 rot="0">
              <a:off x="6199642" y="461006"/>
              <a:ext cx="16198024" cy="9342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02"/>
                </a:lnSpc>
                <a:spcBef>
                  <a:spcPct val="0"/>
                </a:spcBef>
              </a:pPr>
              <a:r>
                <a:rPr lang="en-US" sz="2252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                                                   </a:t>
              </a:r>
              <a:r>
                <a:rPr lang="en-US" sz="2252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Designed to scale annual artisan revenues by around 1.5x times their original annual income through optimized online market access.</a:t>
              </a:r>
            </a:p>
          </p:txBody>
        </p:sp>
        <p:sp>
          <p:nvSpPr>
            <p:cNvPr name="TextBox 39" id="39"/>
            <p:cNvSpPr txBox="true"/>
            <p:nvPr/>
          </p:nvSpPr>
          <p:spPr>
            <a:xfrm rot="0">
              <a:off x="0" y="399027"/>
              <a:ext cx="17648731" cy="5434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52"/>
                </a:lnSpc>
                <a:spcBef>
                  <a:spcPct val="0"/>
                </a:spcBef>
              </a:pPr>
              <a:r>
                <a:rPr lang="en-US" b="true" sz="2627">
                  <a:solidFill>
                    <a:srgbClr val="E76F5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</a:t>
              </a:r>
              <a:r>
                <a:rPr lang="en-US" b="true" sz="2627">
                  <a:solidFill>
                    <a:srgbClr val="E76F5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arget Income Growth: 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5135738" y="6075009"/>
            <a:ext cx="12912214" cy="1449348"/>
            <a:chOff x="0" y="0"/>
            <a:chExt cx="17216286" cy="1932465"/>
          </a:xfrm>
        </p:grpSpPr>
        <p:grpSp>
          <p:nvGrpSpPr>
            <p:cNvPr name="Group 41" id="41"/>
            <p:cNvGrpSpPr/>
            <p:nvPr/>
          </p:nvGrpSpPr>
          <p:grpSpPr>
            <a:xfrm rot="-5400000">
              <a:off x="7641911" y="-7641911"/>
              <a:ext cx="1932465" cy="17216286"/>
              <a:chOff x="0" y="0"/>
              <a:chExt cx="293164" cy="2611789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293164" cy="2600049"/>
              </a:xfrm>
              <a:custGeom>
                <a:avLst/>
                <a:gdLst/>
                <a:ahLst/>
                <a:cxnLst/>
                <a:rect r="r" b="b" t="t" l="l"/>
                <a:pathLst>
                  <a:path h="2600049" w="293164">
                    <a:moveTo>
                      <a:pt x="293164" y="79489"/>
                    </a:moveTo>
                    <a:lnTo>
                      <a:pt x="293164" y="2586750"/>
                    </a:lnTo>
                    <a:cubicBezTo>
                      <a:pt x="293164" y="2591670"/>
                      <a:pt x="290448" y="2596188"/>
                      <a:pt x="286103" y="2598495"/>
                    </a:cubicBezTo>
                    <a:cubicBezTo>
                      <a:pt x="281758" y="2600803"/>
                      <a:pt x="276494" y="2600524"/>
                      <a:pt x="272418" y="2597769"/>
                    </a:cubicBezTo>
                    <a:lnTo>
                      <a:pt x="167328" y="2526749"/>
                    </a:lnTo>
                    <a:cubicBezTo>
                      <a:pt x="154794" y="2518279"/>
                      <a:pt x="138370" y="2518279"/>
                      <a:pt x="125836" y="2526749"/>
                    </a:cubicBezTo>
                    <a:lnTo>
                      <a:pt x="20746" y="2597769"/>
                    </a:lnTo>
                    <a:cubicBezTo>
                      <a:pt x="16670" y="2600524"/>
                      <a:pt x="11406" y="2600803"/>
                      <a:pt x="7061" y="2598495"/>
                    </a:cubicBezTo>
                    <a:cubicBezTo>
                      <a:pt x="2716" y="2596188"/>
                      <a:pt x="0" y="2591670"/>
                      <a:pt x="0" y="2586750"/>
                    </a:cubicBezTo>
                    <a:lnTo>
                      <a:pt x="0" y="75595"/>
                    </a:lnTo>
                    <a:cubicBezTo>
                      <a:pt x="0" y="22860"/>
                      <a:pt x="17590" y="0"/>
                      <a:pt x="38111" y="0"/>
                    </a:cubicBezTo>
                    <a:lnTo>
                      <a:pt x="255052" y="0"/>
                    </a:lnTo>
                    <a:cubicBezTo>
                      <a:pt x="275574" y="0"/>
                      <a:pt x="293164" y="21590"/>
                      <a:pt x="293164" y="83382"/>
                    </a:cubicBezTo>
                    <a:lnTo>
                      <a:pt x="293164" y="79489"/>
                    </a:lnTo>
                    <a:cubicBezTo>
                      <a:pt x="293164" y="79489"/>
                      <a:pt x="293164" y="79489"/>
                      <a:pt x="293164" y="79489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0CC0DF">
                      <a:alpha val="30000"/>
                    </a:srgbClr>
                  </a:gs>
                  <a:gs pos="100000">
                    <a:srgbClr val="FFDE59">
                      <a:alpha val="30000"/>
                    </a:srgbClr>
                  </a:gs>
                </a:gsLst>
                <a:lin ang="0"/>
              </a:gradFill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0" y="-19050"/>
                <a:ext cx="293164" cy="25317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60"/>
                  </a:lnSpc>
                </a:pPr>
              </a:p>
            </p:txBody>
          </p:sp>
        </p:grpSp>
        <p:sp>
          <p:nvSpPr>
            <p:cNvPr name="Freeform 44" id="44"/>
            <p:cNvSpPr/>
            <p:nvPr/>
          </p:nvSpPr>
          <p:spPr>
            <a:xfrm flipH="false" flipV="false" rot="0">
              <a:off x="195807" y="348128"/>
              <a:ext cx="1322148" cy="1236209"/>
            </a:xfrm>
            <a:custGeom>
              <a:avLst/>
              <a:gdLst/>
              <a:ahLst/>
              <a:cxnLst/>
              <a:rect r="r" b="b" t="t" l="l"/>
              <a:pathLst>
                <a:path h="1236209" w="1322148">
                  <a:moveTo>
                    <a:pt x="0" y="0"/>
                  </a:moveTo>
                  <a:lnTo>
                    <a:pt x="1322149" y="0"/>
                  </a:lnTo>
                  <a:lnTo>
                    <a:pt x="1322149" y="1236209"/>
                  </a:lnTo>
                  <a:lnTo>
                    <a:pt x="0" y="12362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>
                <a:extLs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 rot="0">
              <a:off x="1754073" y="252395"/>
              <a:ext cx="14919532" cy="1466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79"/>
                </a:lnSpc>
                <a:spcBef>
                  <a:spcPct val="0"/>
                </a:spcBef>
              </a:pPr>
              <a:r>
                <a:rPr lang="en-US" sz="23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                                                                           Directly supports National initiatives of onboarding rural artisans into the modern digital economy </a:t>
              </a:r>
              <a:r>
                <a:rPr lang="en-US" sz="23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by expanding market reach beyond local geographic limitations.</a:t>
              </a:r>
            </a:p>
          </p:txBody>
        </p:sp>
        <p:sp>
          <p:nvSpPr>
            <p:cNvPr name="TextBox 46" id="46"/>
            <p:cNvSpPr txBox="true"/>
            <p:nvPr/>
          </p:nvSpPr>
          <p:spPr>
            <a:xfrm rot="0">
              <a:off x="1517956" y="184645"/>
              <a:ext cx="8587881" cy="587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799">
                  <a:solidFill>
                    <a:srgbClr val="E76F5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Preservation </a:t>
              </a:r>
              <a:r>
                <a:rPr lang="en-US" b="true" sz="2799">
                  <a:solidFill>
                    <a:srgbClr val="E76F5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of Heritage &amp; Crafts: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5648325" y="7726993"/>
            <a:ext cx="12536173" cy="1531307"/>
            <a:chOff x="0" y="0"/>
            <a:chExt cx="16714897" cy="2041743"/>
          </a:xfrm>
        </p:grpSpPr>
        <p:grpSp>
          <p:nvGrpSpPr>
            <p:cNvPr name="Group 48" id="48"/>
            <p:cNvGrpSpPr/>
            <p:nvPr/>
          </p:nvGrpSpPr>
          <p:grpSpPr>
            <a:xfrm rot="-5400000">
              <a:off x="7385113" y="-7288041"/>
              <a:ext cx="2041743" cy="16617825"/>
              <a:chOff x="0" y="0"/>
              <a:chExt cx="309742" cy="2521000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309742" cy="2510275"/>
              </a:xfrm>
              <a:custGeom>
                <a:avLst/>
                <a:gdLst/>
                <a:ahLst/>
                <a:cxnLst/>
                <a:rect r="r" b="b" t="t" l="l"/>
                <a:pathLst>
                  <a:path h="2510275" w="309742">
                    <a:moveTo>
                      <a:pt x="309742" y="78200"/>
                    </a:moveTo>
                    <a:lnTo>
                      <a:pt x="309742" y="2497301"/>
                    </a:lnTo>
                    <a:cubicBezTo>
                      <a:pt x="309742" y="2502041"/>
                      <a:pt x="307156" y="2506405"/>
                      <a:pt x="302998" y="2508681"/>
                    </a:cubicBezTo>
                    <a:cubicBezTo>
                      <a:pt x="298840" y="2510957"/>
                      <a:pt x="293771" y="2510784"/>
                      <a:pt x="289777" y="2508230"/>
                    </a:cubicBezTo>
                    <a:lnTo>
                      <a:pt x="174835" y="2434710"/>
                    </a:lnTo>
                    <a:cubicBezTo>
                      <a:pt x="162664" y="2426925"/>
                      <a:pt x="147078" y="2426925"/>
                      <a:pt x="134907" y="2434710"/>
                    </a:cubicBezTo>
                    <a:lnTo>
                      <a:pt x="19964" y="2508230"/>
                    </a:lnTo>
                    <a:cubicBezTo>
                      <a:pt x="15971" y="2510784"/>
                      <a:pt x="10902" y="2510957"/>
                      <a:pt x="6744" y="2508681"/>
                    </a:cubicBezTo>
                    <a:cubicBezTo>
                      <a:pt x="2586" y="2506405"/>
                      <a:pt x="0" y="2502041"/>
                      <a:pt x="0" y="2497301"/>
                    </a:cubicBezTo>
                    <a:lnTo>
                      <a:pt x="0" y="74450"/>
                    </a:lnTo>
                    <a:cubicBezTo>
                      <a:pt x="0" y="22860"/>
                      <a:pt x="18585" y="0"/>
                      <a:pt x="40266" y="0"/>
                    </a:cubicBezTo>
                    <a:lnTo>
                      <a:pt x="269475" y="0"/>
                    </a:lnTo>
                    <a:cubicBezTo>
                      <a:pt x="291157" y="0"/>
                      <a:pt x="309742" y="21590"/>
                      <a:pt x="309742" y="81950"/>
                    </a:cubicBezTo>
                    <a:lnTo>
                      <a:pt x="309742" y="78200"/>
                    </a:lnTo>
                    <a:cubicBezTo>
                      <a:pt x="309742" y="78200"/>
                      <a:pt x="309742" y="78200"/>
                      <a:pt x="309742" y="7820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0CC0DF">
                      <a:alpha val="30000"/>
                    </a:srgbClr>
                  </a:gs>
                  <a:gs pos="100000">
                    <a:srgbClr val="FFDE59">
                      <a:alpha val="30000"/>
                    </a:srgbClr>
                  </a:gs>
                </a:gsLst>
                <a:lin ang="0"/>
              </a:gradFill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0" y="-19050"/>
                <a:ext cx="309742" cy="244099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60"/>
                  </a:lnSpc>
                </a:pPr>
              </a:p>
            </p:txBody>
          </p:sp>
        </p:grpSp>
        <p:sp>
          <p:nvSpPr>
            <p:cNvPr name="Freeform 51" id="51"/>
            <p:cNvSpPr/>
            <p:nvPr/>
          </p:nvSpPr>
          <p:spPr>
            <a:xfrm flipH="true" flipV="false" rot="-1794507">
              <a:off x="175960" y="371252"/>
              <a:ext cx="1324427" cy="1059541"/>
            </a:xfrm>
            <a:custGeom>
              <a:avLst/>
              <a:gdLst/>
              <a:ahLst/>
              <a:cxnLst/>
              <a:rect r="r" b="b" t="t" l="l"/>
              <a:pathLst>
                <a:path h="1059541" w="1324427">
                  <a:moveTo>
                    <a:pt x="1324427" y="0"/>
                  </a:moveTo>
                  <a:lnTo>
                    <a:pt x="0" y="0"/>
                  </a:lnTo>
                  <a:lnTo>
                    <a:pt x="0" y="1059541"/>
                  </a:lnTo>
                  <a:lnTo>
                    <a:pt x="1324427" y="1059541"/>
                  </a:lnTo>
                  <a:lnTo>
                    <a:pt x="1324427" y="0"/>
                  </a:lnTo>
                  <a:close/>
                </a:path>
              </a:pathLst>
            </a:custGeom>
            <a:blipFill>
              <a:blip r:embed="rId22">
                <a:extLs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2" id="52"/>
            <p:cNvSpPr/>
            <p:nvPr/>
          </p:nvSpPr>
          <p:spPr>
            <a:xfrm flipH="true" flipV="false" rot="-1230739">
              <a:off x="745283" y="671649"/>
              <a:ext cx="1141374" cy="913099"/>
            </a:xfrm>
            <a:custGeom>
              <a:avLst/>
              <a:gdLst/>
              <a:ahLst/>
              <a:cxnLst/>
              <a:rect r="r" b="b" t="t" l="l"/>
              <a:pathLst>
                <a:path h="913099" w="1141374">
                  <a:moveTo>
                    <a:pt x="1141373" y="0"/>
                  </a:moveTo>
                  <a:lnTo>
                    <a:pt x="0" y="0"/>
                  </a:lnTo>
                  <a:lnTo>
                    <a:pt x="0" y="913099"/>
                  </a:lnTo>
                  <a:lnTo>
                    <a:pt x="1141373" y="913099"/>
                  </a:lnTo>
                  <a:lnTo>
                    <a:pt x="1141373" y="0"/>
                  </a:lnTo>
                  <a:close/>
                </a:path>
              </a:pathLst>
            </a:custGeom>
            <a:blipFill>
              <a:blip r:embed="rId24">
                <a:extLst>
                  <a:ext uri="{96DAC541-7B7A-43D3-8B79-37D633B846F1}">
                    <asvg:svgBlip xmlns:asvg="http://schemas.microsoft.com/office/drawing/2016/SVG/main" r:embed="rId2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 rot="0">
              <a:off x="2010452" y="-28575"/>
              <a:ext cx="9809162" cy="587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799">
                  <a:solidFill>
                    <a:srgbClr val="E76F5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Envir</a:t>
              </a:r>
              <a:r>
                <a:rPr lang="en-US" b="true" sz="2799">
                  <a:solidFill>
                    <a:srgbClr val="E76F5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onmental &amp; Operational Efficiency: </a:t>
              </a:r>
            </a:p>
          </p:txBody>
        </p:sp>
        <p:sp>
          <p:nvSpPr>
            <p:cNvPr name="TextBox 54" id="54"/>
            <p:cNvSpPr txBox="true"/>
            <p:nvPr/>
          </p:nvSpPr>
          <p:spPr>
            <a:xfrm rot="0">
              <a:off x="2010452" y="30183"/>
              <a:ext cx="14104182" cy="19494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79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                                                                                          L</a:t>
              </a:r>
              <a:r>
                <a:rPr lang="en-US" sz="24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owers the travel and physical transport energy costs associated with relying solely on physical exhibition venues. Lightweight server architecture  minimize requirements for low-connectivity regions. </a:t>
              </a:r>
            </a:p>
          </p:txBody>
        </p:sp>
      </p:grpSp>
      <p:sp>
        <p:nvSpPr>
          <p:cNvPr name="TextBox 55" id="55"/>
          <p:cNvSpPr txBox="true"/>
          <p:nvPr/>
        </p:nvSpPr>
        <p:spPr>
          <a:xfrm rot="0">
            <a:off x="3366373" y="1714500"/>
            <a:ext cx="5777627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b="true" sz="2800" u="sng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Potential Impact on Target Audience: 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5135738" y="5491374"/>
            <a:ext cx="3822263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b="true" sz="2800" u="sng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Benefits of the Solution:  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3B0F2">
                <a:alpha val="100000"/>
              </a:srgbClr>
            </a:gs>
            <a:gs pos="100000">
              <a:srgbClr val="FDF5B9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RESEARCH  AND REFERENCES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6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475612" y="359321"/>
            <a:ext cx="2166328" cy="1374229"/>
            <a:chOff x="0" y="0"/>
            <a:chExt cx="2888437" cy="1832305"/>
          </a:xfrm>
        </p:grpSpPr>
        <p:sp>
          <p:nvSpPr>
            <p:cNvPr name="Freeform 16" id="16" descr="Your startup LOGO"/>
            <p:cNvSpPr/>
            <p:nvPr/>
          </p:nvSpPr>
          <p:spPr>
            <a:xfrm flipH="false" flipV="false" rot="0">
              <a:off x="0" y="0"/>
              <a:ext cx="2888488" cy="1832356"/>
            </a:xfrm>
            <a:custGeom>
              <a:avLst/>
              <a:gdLst/>
              <a:ahLst/>
              <a:cxnLst/>
              <a:rect r="r" b="b" t="t" l="l"/>
              <a:pathLst>
                <a:path h="1832356" w="2888488">
                  <a:moveTo>
                    <a:pt x="0" y="916178"/>
                  </a:moveTo>
                  <a:cubicBezTo>
                    <a:pt x="0" y="410210"/>
                    <a:pt x="646557" y="0"/>
                    <a:pt x="1444244" y="0"/>
                  </a:cubicBezTo>
                  <a:cubicBezTo>
                    <a:pt x="2241931" y="0"/>
                    <a:pt x="2888488" y="410210"/>
                    <a:pt x="2888488" y="916178"/>
                  </a:cubicBezTo>
                  <a:cubicBezTo>
                    <a:pt x="2888488" y="1422146"/>
                    <a:pt x="2241931" y="1832356"/>
                    <a:pt x="1444244" y="1832356"/>
                  </a:cubicBezTo>
                  <a:cubicBezTo>
                    <a:pt x="646557" y="1832356"/>
                    <a:pt x="0" y="1422146"/>
                    <a:pt x="0" y="916178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2888437" cy="18608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Mind Forge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028700" y="2031872"/>
            <a:ext cx="3684962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0"/>
              </a:lnSpc>
              <a:spcBef>
                <a:spcPct val="0"/>
              </a:spcBef>
            </a:pPr>
            <a:r>
              <a:rPr lang="en-US" b="true" sz="4000" u="sng">
                <a:solidFill>
                  <a:srgbClr val="5E17E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REFERENCES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865776" y="2996943"/>
            <a:ext cx="17019048" cy="5884327"/>
            <a:chOff x="0" y="0"/>
            <a:chExt cx="22692064" cy="784576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64831" y="6933178"/>
              <a:ext cx="912591" cy="912591"/>
            </a:xfrm>
            <a:custGeom>
              <a:avLst/>
              <a:gdLst/>
              <a:ahLst/>
              <a:cxnLst/>
              <a:rect r="r" b="b" t="t" l="l"/>
              <a:pathLst>
                <a:path h="912591" w="912591">
                  <a:moveTo>
                    <a:pt x="0" y="0"/>
                  </a:moveTo>
                  <a:lnTo>
                    <a:pt x="912592" y="0"/>
                  </a:lnTo>
                  <a:lnTo>
                    <a:pt x="912592" y="912591"/>
                  </a:lnTo>
                  <a:lnTo>
                    <a:pt x="0" y="9125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 rot="0">
              <a:off x="1126045" y="7471119"/>
              <a:ext cx="7567295" cy="374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60"/>
                </a:lnSpc>
                <a:spcBef>
                  <a:spcPct val="0"/>
                </a:spcBef>
              </a:pPr>
              <a:r>
                <a:rPr lang="en-US" sz="1800" u="sng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  <a:hlinkClick r:id="rId7" tooltip="https://docs.flutter.dev/platform-integration/web"/>
                </a:rPr>
                <a:t>https://docs.flutter.dev/platform-integration/web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1131226" y="6841303"/>
              <a:ext cx="21128197" cy="4635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39"/>
                </a:lnSpc>
                <a:spcBef>
                  <a:spcPct val="0"/>
                </a:spcBef>
              </a:pPr>
              <a:r>
                <a:rPr lang="en-US" b="true" sz="21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G</a:t>
              </a:r>
              <a:r>
                <a:rPr lang="en-US" b="true" sz="21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oogle Flutter Team, "Flutter Web Engine Architecture &amp; SharedPreferences Storage," Google Developers, 2024.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1153392" y="6041203"/>
              <a:ext cx="4426109" cy="374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60"/>
                </a:lnSpc>
                <a:spcBef>
                  <a:spcPct val="0"/>
                </a:spcBef>
              </a:pPr>
              <a:r>
                <a:rPr lang="en-US" sz="1800" u="sng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  <a:hlinkClick r:id="rId8" tooltip="https://fastapi.tiangolo.com"/>
                </a:rPr>
                <a:t>https://fastapi.tiangolo.com/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1153392" y="5472678"/>
              <a:ext cx="18109724" cy="4635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9"/>
                </a:lnSpc>
                <a:spcBef>
                  <a:spcPct val="0"/>
                </a:spcBef>
              </a:pPr>
              <a:r>
                <a:rPr lang="en-US" b="true" sz="21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S. Ramí</a:t>
              </a:r>
              <a:r>
                <a:rPr lang="en-US" b="true" sz="21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rez, "FastAPI: Modern, Fast Web Framework for Python," Open Source Software, 2024.</a:t>
              </a:r>
            </a:p>
          </p:txBody>
        </p:sp>
        <p:sp>
          <p:nvSpPr>
            <p:cNvPr name="Freeform 25" id="25"/>
            <p:cNvSpPr/>
            <p:nvPr/>
          </p:nvSpPr>
          <p:spPr>
            <a:xfrm flipH="false" flipV="false" rot="0">
              <a:off x="39862" y="5503261"/>
              <a:ext cx="912591" cy="912591"/>
            </a:xfrm>
            <a:custGeom>
              <a:avLst/>
              <a:gdLst/>
              <a:ahLst/>
              <a:cxnLst/>
              <a:rect r="r" b="b" t="t" l="l"/>
              <a:pathLst>
                <a:path h="912591" w="912591">
                  <a:moveTo>
                    <a:pt x="0" y="0"/>
                  </a:moveTo>
                  <a:lnTo>
                    <a:pt x="912591" y="0"/>
                  </a:lnTo>
                  <a:lnTo>
                    <a:pt x="912591" y="912592"/>
                  </a:lnTo>
                  <a:lnTo>
                    <a:pt x="0" y="912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 rot="0">
              <a:off x="1112827" y="4672578"/>
              <a:ext cx="16202343" cy="374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60"/>
                </a:lnSpc>
                <a:spcBef>
                  <a:spcPct val="0"/>
                </a:spcBef>
              </a:pPr>
              <a:r>
                <a:rPr lang="en-US" sz="1800" u="sng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  <a:hlinkClick r:id="rId9" tooltip="https://www.perlego.com/book/1831191/computer-vision-principles-algorithms-applications-learning-pdf"/>
                </a:rPr>
                <a:t>https://www.perlego.com/book/1831191/computer-vision-principles-algorithms-applications-learning-pdf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1112827" y="4078652"/>
              <a:ext cx="20819761" cy="4635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9"/>
                </a:lnSpc>
                <a:spcBef>
                  <a:spcPct val="0"/>
                </a:spcBef>
              </a:pPr>
              <a:r>
                <a:rPr lang="en-US" b="true" sz="21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E. R. Davies, "C</a:t>
              </a:r>
              <a:r>
                <a:rPr lang="en-US" b="true" sz="21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omputer  Vision: Basis for Pillow RGB aspect ratio &amp; dominant color extraction algorithms.</a:t>
              </a:r>
            </a:p>
          </p:txBody>
        </p:sp>
        <p:sp>
          <p:nvSpPr>
            <p:cNvPr name="Freeform 28" id="28"/>
            <p:cNvSpPr/>
            <p:nvPr/>
          </p:nvSpPr>
          <p:spPr>
            <a:xfrm flipH="false" flipV="false" rot="0">
              <a:off x="39862" y="4134636"/>
              <a:ext cx="912591" cy="912591"/>
            </a:xfrm>
            <a:custGeom>
              <a:avLst/>
              <a:gdLst/>
              <a:ahLst/>
              <a:cxnLst/>
              <a:rect r="r" b="b" t="t" l="l"/>
              <a:pathLst>
                <a:path h="912591" w="912591">
                  <a:moveTo>
                    <a:pt x="0" y="0"/>
                  </a:moveTo>
                  <a:lnTo>
                    <a:pt x="912591" y="0"/>
                  </a:lnTo>
                  <a:lnTo>
                    <a:pt x="912591" y="912592"/>
                  </a:lnTo>
                  <a:lnTo>
                    <a:pt x="0" y="912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 rot="0">
              <a:off x="1056184" y="3278552"/>
              <a:ext cx="5991542" cy="374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60"/>
                </a:lnSpc>
                <a:spcBef>
                  <a:spcPct val="0"/>
                </a:spcBef>
              </a:pPr>
              <a:r>
                <a:rPr lang="en-US" sz="1800" u="sng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  <a:hlinkClick r:id="rId10" tooltip="https://righttoinformation.wiki/bhashini"/>
                </a:rPr>
                <a:t>https://righttoinformation.wiki/bhashini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1056184" y="2713052"/>
              <a:ext cx="21635879" cy="4635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9"/>
                </a:lnSpc>
                <a:spcBef>
                  <a:spcPct val="0"/>
                </a:spcBef>
              </a:pPr>
              <a:r>
                <a:rPr lang="en-US" b="true" sz="21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"Bhashini: National Language Translation Mission Blueprint," Ministry of Electronics and IT, Govt. of India, 2023.</a:t>
              </a:r>
            </a:p>
          </p:txBody>
        </p:sp>
        <p:sp>
          <p:nvSpPr>
            <p:cNvPr name="Freeform 31" id="31"/>
            <p:cNvSpPr/>
            <p:nvPr/>
          </p:nvSpPr>
          <p:spPr>
            <a:xfrm flipH="false" flipV="false" rot="0">
              <a:off x="0" y="2740611"/>
              <a:ext cx="912591" cy="912591"/>
            </a:xfrm>
            <a:custGeom>
              <a:avLst/>
              <a:gdLst/>
              <a:ahLst/>
              <a:cxnLst/>
              <a:rect r="r" b="b" t="t" l="l"/>
              <a:pathLst>
                <a:path h="912591" w="912591">
                  <a:moveTo>
                    <a:pt x="0" y="0"/>
                  </a:moveTo>
                  <a:lnTo>
                    <a:pt x="912591" y="0"/>
                  </a:lnTo>
                  <a:lnTo>
                    <a:pt x="912591" y="912591"/>
                  </a:lnTo>
                  <a:lnTo>
                    <a:pt x="0" y="9125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 rot="0">
              <a:off x="1068699" y="1846111"/>
              <a:ext cx="19118705" cy="4152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 u="sng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  <a:hlinkClick r:id="rId11" tooltip="https://medium.com/google-cloud/multimodality-with-gemini-1-5-flash-technical-details-and-use-cases-84e8440625b6"/>
                </a:rPr>
                <a:t>https://medium.com/google-cloud/multimodality-with-gemini-1-5-flash-technical-details-and-use-cases-84e8440625b6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1068699" y="1367756"/>
              <a:ext cx="19281141" cy="4635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9"/>
                </a:lnSpc>
                <a:spcBef>
                  <a:spcPct val="0"/>
                </a:spcBef>
              </a:pPr>
              <a:r>
                <a:rPr lang="en-US" b="true" sz="21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G. DeepMind, "Gemini 1.5 Flash Visi</a:t>
              </a:r>
              <a:r>
                <a:rPr lang="en-US" b="true" sz="21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on Multimodal Model Specifications," Google AI Research, 2024.</a:t>
              </a:r>
            </a:p>
          </p:txBody>
        </p:sp>
        <p:sp>
          <p:nvSpPr>
            <p:cNvPr name="Freeform 34" id="34"/>
            <p:cNvSpPr/>
            <p:nvPr/>
          </p:nvSpPr>
          <p:spPr>
            <a:xfrm flipH="false" flipV="false" rot="0">
              <a:off x="39862" y="1375010"/>
              <a:ext cx="912591" cy="912591"/>
            </a:xfrm>
            <a:custGeom>
              <a:avLst/>
              <a:gdLst/>
              <a:ahLst/>
              <a:cxnLst/>
              <a:rect r="r" b="b" t="t" l="l"/>
              <a:pathLst>
                <a:path h="912591" w="912591">
                  <a:moveTo>
                    <a:pt x="0" y="0"/>
                  </a:moveTo>
                  <a:lnTo>
                    <a:pt x="912591" y="0"/>
                  </a:lnTo>
                  <a:lnTo>
                    <a:pt x="912591" y="912592"/>
                  </a:lnTo>
                  <a:lnTo>
                    <a:pt x="0" y="912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 rot="0">
              <a:off x="1038657" y="515220"/>
              <a:ext cx="14411325" cy="4152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 u="sng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  <a:hlinkClick r:id="rId12" tooltip="https://www.texmin.gov.in/static/uploads/2025/12/c865d599cae0c357c02d247a8a82d24e.pdf"/>
                </a:rPr>
                <a:t>https://www.texmin.gov.in/static/uploads/2025/12/c865d599cae0c357c02d247a8a82d24e.pdf</a:t>
              </a:r>
            </a:p>
          </p:txBody>
        </p:sp>
        <p:sp>
          <p:nvSpPr>
            <p:cNvPr name="TextBox 36" id="36"/>
            <p:cNvSpPr txBox="true"/>
            <p:nvPr/>
          </p:nvSpPr>
          <p:spPr>
            <a:xfrm rot="0">
              <a:off x="1038657" y="-7254"/>
              <a:ext cx="20781367" cy="4635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9"/>
                </a:lnSpc>
                <a:spcBef>
                  <a:spcPct val="0"/>
                </a:spcBef>
              </a:pPr>
              <a:r>
                <a:rPr lang="en-US" b="true" sz="21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Ministry of Textiles, "Annual Report of Handlooms and Handicrafts," Govt. of India, New Delhi, 2023–2024.</a:t>
              </a:r>
            </a:p>
          </p:txBody>
        </p:sp>
        <p:sp>
          <p:nvSpPr>
            <p:cNvPr name="Freeform 37" id="37"/>
            <p:cNvSpPr/>
            <p:nvPr/>
          </p:nvSpPr>
          <p:spPr>
            <a:xfrm flipH="false" flipV="false" rot="0">
              <a:off x="39862" y="0"/>
              <a:ext cx="912591" cy="912591"/>
            </a:xfrm>
            <a:custGeom>
              <a:avLst/>
              <a:gdLst/>
              <a:ahLst/>
              <a:cxnLst/>
              <a:rect r="r" b="b" t="t" l="l"/>
              <a:pathLst>
                <a:path h="912591" w="912591">
                  <a:moveTo>
                    <a:pt x="0" y="0"/>
                  </a:moveTo>
                  <a:lnTo>
                    <a:pt x="912591" y="0"/>
                  </a:lnTo>
                  <a:lnTo>
                    <a:pt x="912591" y="912591"/>
                  </a:lnTo>
                  <a:lnTo>
                    <a:pt x="0" y="9125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DAHVE2Y1Ncw</dc:identifier>
  <dcterms:modified xsi:type="dcterms:W3CDTF">2011-08-01T06:04:30Z</dcterms:modified>
  <cp:revision>1</cp:revision>
  <dc:title>SIH2026-IDEA-Presentation-Format (1).pptx</dc:title>
</cp:coreProperties>
</file>